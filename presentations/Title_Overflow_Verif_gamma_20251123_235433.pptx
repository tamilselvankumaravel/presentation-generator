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Overflow_Verification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400" b="1">
                <a:solidFill>
                  <a:srgbClr val="0A5C8C"/>
                </a:solidFill>
                <a:latin typeface="Segoe UI"/>
              </a:defRPr>
            </a:pPr>
            <a:r>
              <a:t>Title Overflow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Verifying dynamic font sizing for titles.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Short Title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Content for slide 1</a:t>
            </a:r>
          </a:p>
        </p:txBody>
      </p:sp>
      <p:pic>
        <p:nvPicPr>
          <p:cNvPr id="6" name="Picture 5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7" name="Picture 6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5C8C"/>
                </a:solidFill>
                <a:latin typeface="Segoe UI"/>
              </a:defRPr>
            </a:pPr>
            <a:r>
              <a:t>Medium Length Title That Should Fit Nicely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5C8C"/>
                </a:solidFill>
                <a:latin typeface="Segoe UI"/>
              </a:defRPr>
            </a:pPr>
            <a:r>
              <a:t>A Very Long Title That Might Need Some Font Scaling To Fit In The Box Without Overflowing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Content for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5C8C"/>
                </a:solidFill>
                <a:latin typeface="Segoe UI"/>
              </a:defRPr>
            </a:pPr>
            <a:r>
              <a:t>Extremely Long Title That Is Definitely Going To Overflow If We Do Not Resize The Font Significantly And It Just Keeps Going And Going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slide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