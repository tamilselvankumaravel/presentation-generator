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086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0A7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0C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F172A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4155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086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0A7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0C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pic>
        <p:nvPicPr>
          <p:cNvPr id="10" name="Picture 9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086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0A7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0C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6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spcAft>
                <a:spcPts val="16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spcAft>
                <a:spcPts val="16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