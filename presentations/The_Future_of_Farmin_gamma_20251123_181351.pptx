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he_Future_of_Farming__Innova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457200"/>
            <a:ext cx="4114800" cy="59436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572000" y="457200"/>
            <a:ext cx="4114800" cy="594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411480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defRPr sz="4200" b="1">
                <a:solidFill>
                  <a:srgbClr val="0A5C8C"/>
                </a:solidFill>
                <a:latin typeface="Segoe UI"/>
              </a:defRPr>
            </a:pPr>
            <a:r>
              <a:t>The Future of Farming: Innovations and Trends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91840"/>
            <a:ext cx="41148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defRPr sz="1600">
                <a:solidFill>
                  <a:srgbClr val="0A5C8C"/>
                </a:solidFill>
                <a:latin typeface="Segoe UI"/>
              </a:defRPr>
            </a:pPr>
            <a:r>
              <a:t>This presentation explores the current trends, technological advancements, and future predictions in the agriculture industry. It highlights the benefits and challenges of modern farming practices and offers a glimpse into the future of sustainable agriculture.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48640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>
                <a:solidFill>
                  <a:srgbClr val="6B7280"/>
                </a:solidFill>
                <a:latin typeface="Segoe UI"/>
              </a:defRPr>
            </a:pPr>
            <a:r>
              <a:t>by AI Research 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680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 b="1">
                <a:solidFill>
                  <a:srgbClr val="0A5C8C"/>
                </a:solidFill>
                <a:latin typeface="Segoe UI"/>
              </a:defRPr>
            </a:pPr>
            <a:r>
              <a:t>The Future of Farming: Innovations and Trends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2286000"/>
            <a:ext cx="6400800" cy="91440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246888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A5C8C"/>
                </a:solidFill>
                <a:latin typeface="Segoe UI"/>
              </a:defRPr>
            </a:pPr>
            <a:r>
              <a:t>• Content for The Future of Farming: Innovations and Trends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0A5C8C"/>
                </a:solidFill>
                <a:latin typeface="Segoe UI"/>
              </a:defRPr>
            </a:pPr>
            <a:r>
              <a:t>Current Trends in Agriculture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840480" cy="118872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0574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A5C8C"/>
                </a:solidFill>
                <a:latin typeface="Segoe UI"/>
              </a:defRPr>
            </a:pPr>
            <a:r>
              <a:t>Precision farming using GPS and satellite imagery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00400"/>
            <a:ext cx="3840480" cy="118872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4290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A5C8C"/>
                </a:solidFill>
                <a:latin typeface="Segoe UI"/>
              </a:defRPr>
            </a:pPr>
            <a:r>
              <a:t>Adoption of IoT devices for real-time monitoring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572000"/>
            <a:ext cx="3840480" cy="118872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48006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A5C8C"/>
                </a:solidFill>
                <a:latin typeface="Segoe UI"/>
              </a:defRPr>
            </a:pPr>
            <a:r>
              <a:t>Increase in vertical and urban farming</a:t>
            </a:r>
          </a:p>
        </p:txBody>
      </p:sp>
      <p:pic>
        <p:nvPicPr>
          <p:cNvPr id="10" name="Picture 9" descr="future_of_farming_current_tre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828800"/>
            <a:ext cx="347472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A5C8C"/>
                </a:solidFill>
                <a:latin typeface="Segoe UI"/>
              </a:defRPr>
            </a:pPr>
            <a:r>
              <a:t>Technological Advancements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657600" cy="201168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0" y="256032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3B82F6"/>
                </a:solidFill>
                <a:latin typeface="Segoe UI"/>
              </a:defRPr>
            </a:pPr>
            <a:r>
              <a:t>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0312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300">
                <a:solidFill>
                  <a:srgbClr val="0A5C8C"/>
                </a:solidFill>
                <a:latin typeface="Segoe UI"/>
              </a:defRPr>
            </a:pPr>
            <a:r>
              <a:t>Drones for crop monitoring and pest control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1828800"/>
            <a:ext cx="3657600" cy="201168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0" y="256032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3B82F6"/>
                </a:solidFill>
                <a:latin typeface="Segoe UI"/>
              </a:defRPr>
            </a:pPr>
            <a:r>
              <a:t>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59" y="210312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300">
                <a:solidFill>
                  <a:srgbClr val="0A5C8C"/>
                </a:solidFill>
                <a:latin typeface="Segoe UI"/>
              </a:defRPr>
            </a:pPr>
            <a:r>
              <a:t>Autonomous tractors and robotic harvesters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114800"/>
            <a:ext cx="3657600" cy="201168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86000" y="484632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3B82F6"/>
                </a:solidFill>
                <a:latin typeface="Segoe UI"/>
              </a:defRPr>
            </a:pPr>
            <a:r>
              <a:t>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38912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300">
                <a:solidFill>
                  <a:srgbClr val="0A5C8C"/>
                </a:solidFill>
                <a:latin typeface="Segoe UI"/>
              </a:defRPr>
            </a:pPr>
            <a:r>
              <a:t>Biotechnology and genetic engineering for crop improvement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63440" y="4114800"/>
            <a:ext cx="3657600" cy="201168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484632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3B82F6"/>
                </a:solidFill>
                <a:latin typeface="Segoe UI"/>
              </a:defRPr>
            </a:pPr>
            <a:r>
              <a:t>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59" y="438912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300">
                <a:solidFill>
                  <a:srgbClr val="0A5C8C"/>
                </a:solidFill>
                <a:latin typeface="Segoe UI"/>
              </a:defRPr>
            </a:pPr>
            <a:r>
              <a:t>Use of blockchain for supply chain transparency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solidFill>
                  <a:srgbClr val="0A5C8C"/>
                </a:solidFill>
                <a:latin typeface="Segoe UI"/>
              </a:defRPr>
            </a:pPr>
            <a:r>
              <a:t>Future Predictions and Challenges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4114800" cy="164592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92024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0A5C8C"/>
                </a:solidFill>
                <a:latin typeface="Segoe UI"/>
              </a:defRPr>
            </a:pPr>
            <a:r>
              <a:t>Increased automation and robotics in farming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657600"/>
            <a:ext cx="4114800" cy="164592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93192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0A5C8C"/>
                </a:solidFill>
                <a:latin typeface="Segoe UI"/>
              </a:defRPr>
            </a:pPr>
            <a:r>
              <a:t>Climate-smart agriculture to combat global warming</a:t>
            </a:r>
          </a:p>
        </p:txBody>
      </p:sp>
      <p:pic>
        <p:nvPicPr>
          <p:cNvPr id="8" name="Picture 7" descr="future_of_farming_future_innov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371600"/>
            <a:ext cx="3200400" cy="2011680"/>
          </a:xfrm>
          <a:prstGeom prst="rect">
            <a:avLst/>
          </a:prstGeom>
        </p:spPr>
      </p:pic>
      <p:pic>
        <p:nvPicPr>
          <p:cNvPr id="9" name="Picture 8" descr="future_of_farming_future_innov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3657600"/>
            <a:ext cx="320040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0A5C8C"/>
                </a:solidFill>
                <a:latin typeface="Segoe UI"/>
              </a:defRPr>
            </a:pPr>
            <a:r>
              <a:t>Conclusion: The Path Forward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840480" cy="118872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0574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A5C8C"/>
                </a:solidFill>
                <a:latin typeface="Segoe UI"/>
              </a:defRPr>
            </a:pPr>
            <a:r>
              <a:t>Embracing technology and innovation for sustainable growth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00400"/>
            <a:ext cx="3840480" cy="118872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4290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A5C8C"/>
                </a:solidFill>
                <a:latin typeface="Segoe UI"/>
              </a:defRPr>
            </a:pPr>
            <a:r>
              <a:t>Investing in research and development for long-term solutions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572000"/>
            <a:ext cx="3840480" cy="118872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48006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A5C8C"/>
                </a:solidFill>
                <a:latin typeface="Segoe UI"/>
              </a:defRPr>
            </a:pPr>
            <a:r>
              <a:t>Promoting education and awareness about modern farming practices</a:t>
            </a:r>
          </a:p>
        </p:txBody>
      </p:sp>
      <p:pic>
        <p:nvPicPr>
          <p:cNvPr id="10" name="Picture 9" descr="future_of_farming_sustainable_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828800"/>
            <a:ext cx="3474720" cy="4114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