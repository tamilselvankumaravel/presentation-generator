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/>
    <p:restoredTop sz="94660"/>
  </p:normalViewPr>
  <p:slideViewPr>
    <p:cSldViewPr snapToGrid="0" snapToObjects="1">
      <p:cViewPr>
        <p:scale>
          <a:sx n="75" d="100"/>
          <a:sy n="75" d="100"/>
        </p:scale>
        <p:origin x="-1104" y="61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11/23/2025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11/23/2025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11/23/2025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11/23/2025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11/23/2025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11/23/2025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11/23/2025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11/23/2025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11/23/2025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11/23/2025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11/23/2025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pPr/>
              <a:t>11/23/2025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The_Comprehensive_History_of_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457200"/>
            <a:ext cx="4114800" cy="59436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914400"/>
            <a:ext cx="4114800" cy="2286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defRPr sz="4200" b="1">
                <a:solidFill>
                  <a:srgbClr val="0A5C8C"/>
                </a:solidFill>
                <a:latin typeface="Segoe UI"/>
              </a:defRPr>
            </a:pPr>
            <a:r>
              <a:t>The Comprehensive History of Artificial Intelligence: From Theoretical Concepts to Modern Generative Models and Future Implications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114800"/>
            <a:ext cx="411480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40000"/>
              </a:lnSpc>
              <a:defRPr sz="1600">
                <a:solidFill>
                  <a:srgbClr val="0A5C8C"/>
                </a:solidFill>
                <a:latin typeface="Segoe UI"/>
              </a:defRPr>
            </a:pPr>
            <a:r>
              <a:t>A detailed exploration of AI's evolution.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217920"/>
            <a:ext cx="4114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300">
                <a:solidFill>
                  <a:srgbClr val="6B7280"/>
                </a:solidFill>
                <a:latin typeface="Segoe UI"/>
              </a:defRPr>
            </a:pPr>
            <a:r>
              <a:t>by AI Research Team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76809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 b="1">
                <a:solidFill>
                  <a:srgbClr val="0A5C8C"/>
                </a:solidFill>
                <a:latin typeface="Segoe UI"/>
              </a:defRPr>
            </a:pPr>
            <a:r>
              <a:t>Title Slide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371600" y="2286000"/>
            <a:ext cx="6400800" cy="914400"/>
          </a:xfrm>
          <a:prstGeom prst="roundRect">
            <a:avLst>
              <a:gd name="adj" fmla="val 10000"/>
            </a:avLst>
          </a:prstGeom>
          <a:solidFill>
            <a:srgbClr val="D4E9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828800" y="2468880"/>
            <a:ext cx="5486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0A5C8C"/>
                </a:solidFill>
                <a:latin typeface="Segoe UI"/>
              </a:defRPr>
            </a:pPr>
            <a:r>
              <a:t>• Introduction point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600" b="1">
                <a:solidFill>
                  <a:srgbClr val="0A5C8C"/>
                </a:solidFill>
                <a:latin typeface="Segoe UI"/>
              </a:defRPr>
            </a:pPr>
            <a:r>
              <a:t>Grid Layout Test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3840480" cy="1188720"/>
          </a:xfrm>
          <a:prstGeom prst="roundRect">
            <a:avLst>
              <a:gd name="adj" fmla="val 10000"/>
            </a:avLst>
          </a:prstGeom>
          <a:solidFill>
            <a:srgbClr val="D4E9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97280" y="205740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0A5C8C"/>
                </a:solidFill>
                <a:latin typeface="Segoe UI"/>
              </a:defRPr>
            </a:pPr>
            <a:r>
              <a:t>This is a very long point that should test if the text overlaps with the letter S in the top left corner of the box.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200400"/>
            <a:ext cx="3840480" cy="1188720"/>
          </a:xfrm>
          <a:prstGeom prst="roundRect">
            <a:avLst>
              <a:gd name="adj" fmla="val 10000"/>
            </a:avLst>
          </a:prstGeom>
          <a:solidFill>
            <a:srgbClr val="D4E9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97280" y="342900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0A5C8C"/>
                </a:solidFill>
                <a:latin typeface="Segoe UI"/>
              </a:defRPr>
            </a:pPr>
            <a:r>
              <a:t>Another long point to test the W box layout and ensure proper spacing from the top.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572000"/>
            <a:ext cx="3840480" cy="1188720"/>
          </a:xfrm>
          <a:prstGeom prst="roundRect">
            <a:avLst>
              <a:gd name="adj" fmla="val 10000"/>
            </a:avLst>
          </a:prstGeom>
          <a:solidFill>
            <a:srgbClr val="D4E9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97280" y="480060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0A5C8C"/>
                </a:solidFill>
                <a:latin typeface="Segoe UI"/>
              </a:defRPr>
            </a:pPr>
            <a:r>
              <a:t>Testing the O box with substantial content to verify the font size reduction and line spacing adjustments.</a:t>
            </a:r>
          </a:p>
        </p:txBody>
      </p:sp>
      <p:pic>
        <p:nvPicPr>
          <p:cNvPr id="10" name="Picture 9" descr="ai_grid_tes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828800"/>
            <a:ext cx="3474720" cy="41148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97</Words>
  <Application>Microsoft Macintosh PowerPoint</Application>
  <PresentationFormat>On-screen Show (4:3)</PresentationFormat>
  <Paragraphs>9</Paragraphs>
  <Slides>3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4" baseType="lpstr">
      <vt:lpstr>Office Theme</vt:lpstr>
      <vt:lpstr>Slide 1</vt:lpstr>
      <vt:lpstr>Slide 2</vt:lpstr>
      <vt:lpstr>Slide 3</vt:lpstr>
    </vt:vector>
  </TitlesOfParts>
  <Manager/>
  <Company/>
  <LinksUpToDate>false</LinksUpToDate>
  <SharedDoc>false</SharedDoc>
  <HyperlinkBase/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subject/>
  <dc:creator/>
  <cp:keywords/>
  <dc:description>generated using python-pptx</dc:description>
  <cp:lastModifiedBy>Tmc</cp:lastModifiedBy>
  <cp:revision>2</cp:revision>
  <dcterms:created xsi:type="dcterms:W3CDTF">2013-01-27T09:14:16Z</dcterms:created>
  <dcterms:modified xsi:type="dcterms:W3CDTF">2025-11-23T17:15:37Z</dcterms:modified>
  <cp:category/>
</cp:coreProperties>
</file>