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FF00FF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This slide should have an image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Layout should be two-column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Theme colors should be consistent</a:t>
            </a:r>
          </a:p>
        </p:txBody>
      </p:sp>
      <p:pic>
        <p:nvPicPr>
          <p:cNvPr id="4" name="Picture 3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926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This slide has NO image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 should use full width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