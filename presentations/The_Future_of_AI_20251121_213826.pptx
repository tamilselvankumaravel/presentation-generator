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C8C8C8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FFD700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Future of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explores the advancements, impacts, and ethical considerations of artificial intelligence in the coming years. It provides a comprehensive overview of AI's potential to transform industries and society.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Presented by [Your Name]</a:t>
            </a:r>
          </a:p>
          <a:p>
            <a:r>
              <a:t>Date: [Insert Date]</a:t>
            </a:r>
          </a:p>
          <a:p>
            <a:r>
              <a:t>Exploring the advancements and impacts of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Emerging Trends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Advancements in machine learning and deep learning algorithms</a:t>
            </a:r>
          </a:p>
          <a:p>
            <a:r>
              <a:t>Increased adoption of AI in various industries</a:t>
            </a:r>
          </a:p>
          <a:p>
            <a:r>
              <a:t>Growth of edge AI and IoT integration</a:t>
            </a:r>
          </a:p>
          <a:p>
            <a:r>
              <a:t>Expansion of AI in healthcare, finance, and autonomous vehicles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Impact of AI on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Transformation of the job market and workforce</a:t>
            </a:r>
          </a:p>
          <a:p>
            <a:r>
              <a:t>Enhanced decision-making and problem-solving capabilities</a:t>
            </a:r>
          </a:p>
          <a:p>
            <a:r>
              <a:t>Improved personalization and user experiences</a:t>
            </a:r>
          </a:p>
          <a:p>
            <a:r>
              <a:t>Ethical considerations and potential biases in AI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Ethical Considerations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transparency and explainability in AI decision-making</a:t>
            </a:r>
          </a:p>
          <a:p>
            <a:r>
              <a:t>Addressing privacy concerns and data security</a:t>
            </a:r>
          </a:p>
          <a:p>
            <a:r>
              <a:t>Mitigating biases and promoting fairness in AI algorithms</a:t>
            </a:r>
          </a:p>
          <a:p>
            <a:r>
              <a:t>Establishing regulatory frameworks and ethical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holds immense potential to transform industries and society</a:t>
            </a:r>
          </a:p>
          <a:p>
            <a:r>
              <a:t>Addressing ethical considerations and challenges is crucial</a:t>
            </a:r>
          </a:p>
          <a:p>
            <a:r>
              <a:t>Continuous innovation and collaboration will shape the future of AI</a:t>
            </a:r>
          </a:p>
          <a:p>
            <a:r>
              <a:t>Thank you for your attention.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