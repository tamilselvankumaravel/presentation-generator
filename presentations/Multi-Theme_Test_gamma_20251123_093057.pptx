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ulti_Theme_Test_professional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ulti_Theme_Test_professional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400" b="1">
                <a:solidFill>
                  <a:srgbClr val="0A5C8C"/>
                </a:solidFill>
                <a:latin typeface="Segoe UI"/>
              </a:defRPr>
            </a:pPr>
            <a:r>
              <a:t>Multi-Theme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A5C8C"/>
                </a:solidFill>
                <a:latin typeface="Segoe UI"/>
              </a:defRPr>
            </a:pPr>
            <a:r>
              <a:t>Testing random themes and layouts.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A5C8C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slide should have an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Layout should be two-column</a:t>
            </a:r>
          </a:p>
        </p:txBody>
      </p:sp>
      <p:pic>
        <p:nvPicPr>
          <p:cNvPr id="8" name="Picture 7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A5C8C"/>
                </a:solidFill>
                <a:latin typeface="Segoe UI"/>
              </a:defRPr>
            </a:pPr>
            <a:r>
              <a:t>Text Only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This slide has NO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It should use full width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