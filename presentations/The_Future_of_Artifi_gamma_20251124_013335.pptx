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5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3657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and potential impacts of artificial intelligence. We will also discuss the benefits and challenges that AI may bring in the coming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The Future of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AI-powered tools and platforms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AI will become more autonomous and capable of complex decision-making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Integration of AI with other emerging technologies like IoT and blockchain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Expansion of AI applications in healthcare, education, and environmental conservation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Potential development of artificial general intelligence (AGI)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new opportunities for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Challenges: Job displacement, ethical concerns, and potential misuse of AI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The future of AI is promising but requires careful consideration of its impacts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Collaboration between policymakers, industry leaders, and researchers is crucial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Embracing AI responsibly can lead to a future where technology benefits all of humanity</a:t>
            </a:r>
          </a:p>
        </p:txBody>
      </p:sp>
      <p:pic>
        <p:nvPicPr>
          <p:cNvPr id="10" name="Picture 9" descr="future_of_ai_responsible_inn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