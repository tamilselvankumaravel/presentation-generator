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6294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1500"/>
            <a:ext cx="9144000" cy="662940"/>
          </a:xfrm>
          <a:prstGeom prst="rect">
            <a:avLst/>
          </a:prstGeom>
          <a:solidFill>
            <a:srgbClr val="862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9144000" cy="662940"/>
          </a:xfrm>
          <a:prstGeom prst="rect">
            <a:avLst/>
          </a:prstGeom>
          <a:solidFill>
            <a:srgbClr val="903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714500"/>
            <a:ext cx="9144000" cy="662940"/>
          </a:xfrm>
          <a:prstGeom prst="rect">
            <a:avLst/>
          </a:prstGeom>
          <a:solidFill>
            <a:srgbClr val="9A3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286000"/>
            <a:ext cx="9144000" cy="662940"/>
          </a:xfrm>
          <a:prstGeom prst="rect">
            <a:avLst/>
          </a:prstGeom>
          <a:solidFill>
            <a:srgbClr val="A43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857500"/>
            <a:ext cx="9144000" cy="662940"/>
          </a:xfrm>
          <a:prstGeom prst="rect">
            <a:avLst/>
          </a:prstGeom>
          <a:solidFill>
            <a:srgbClr val="AE3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429000"/>
            <a:ext cx="9144000" cy="662940"/>
          </a:xfrm>
          <a:prstGeom prst="rect">
            <a:avLst/>
          </a:prstGeom>
          <a:solidFill>
            <a:srgbClr val="B9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000500"/>
            <a:ext cx="9144000" cy="662940"/>
          </a:xfrm>
          <a:prstGeom prst="rect">
            <a:avLst/>
          </a:prstGeom>
          <a:solidFill>
            <a:srgbClr val="C33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572000"/>
            <a:ext cx="9144000" cy="662940"/>
          </a:xfrm>
          <a:prstGeom prst="rect">
            <a:avLst/>
          </a:prstGeom>
          <a:solidFill>
            <a:srgbClr val="CD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5143500"/>
            <a:ext cx="9144000" cy="662940"/>
          </a:xfrm>
          <a:prstGeom prst="rect">
            <a:avLst/>
          </a:prstGeom>
          <a:solidFill>
            <a:srgbClr val="D74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715000"/>
            <a:ext cx="9144000" cy="662940"/>
          </a:xfrm>
          <a:prstGeom prst="rect">
            <a:avLst/>
          </a:prstGeom>
          <a:solidFill>
            <a:srgbClr val="E14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286500"/>
            <a:ext cx="9144000" cy="6629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417320" y="1874520"/>
            <a:ext cx="6400800" cy="3200400"/>
          </a:xfrm>
          <a:prstGeom prst="roundRect">
            <a:avLst>
              <a:gd name="adj" fmla="val 10000"/>
            </a:avLst>
          </a:prstGeom>
          <a:solidFill>
            <a:srgbClr val="000000">
              <a:lumMod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71600" y="1828800"/>
            <a:ext cx="640080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7600" b="1">
                <a:solidFill>
                  <a:srgbClr val="1E293B"/>
                </a:solidFill>
                <a:latin typeface="Segoe UI"/>
              </a:defRPr>
            </a:pPr>
            <a:r>
              <a:t>Multi-Theme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1148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75569"/>
                </a:solidFill>
                <a:latin typeface="Segoe UI"/>
              </a:defRPr>
            </a:pPr>
            <a:r>
              <a:t>Testing random themes and layouts.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6294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1500"/>
            <a:ext cx="9144000" cy="662940"/>
          </a:xfrm>
          <a:prstGeom prst="rect">
            <a:avLst/>
          </a:prstGeom>
          <a:solidFill>
            <a:srgbClr val="862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9144000" cy="662940"/>
          </a:xfrm>
          <a:prstGeom prst="rect">
            <a:avLst/>
          </a:prstGeom>
          <a:solidFill>
            <a:srgbClr val="903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714500"/>
            <a:ext cx="9144000" cy="662940"/>
          </a:xfrm>
          <a:prstGeom prst="rect">
            <a:avLst/>
          </a:prstGeom>
          <a:solidFill>
            <a:srgbClr val="9A3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286000"/>
            <a:ext cx="9144000" cy="662940"/>
          </a:xfrm>
          <a:prstGeom prst="rect">
            <a:avLst/>
          </a:prstGeom>
          <a:solidFill>
            <a:srgbClr val="A43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857500"/>
            <a:ext cx="9144000" cy="662940"/>
          </a:xfrm>
          <a:prstGeom prst="rect">
            <a:avLst/>
          </a:prstGeom>
          <a:solidFill>
            <a:srgbClr val="AE3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429000"/>
            <a:ext cx="9144000" cy="662940"/>
          </a:xfrm>
          <a:prstGeom prst="rect">
            <a:avLst/>
          </a:prstGeom>
          <a:solidFill>
            <a:srgbClr val="B9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000500"/>
            <a:ext cx="9144000" cy="662940"/>
          </a:xfrm>
          <a:prstGeom prst="rect">
            <a:avLst/>
          </a:prstGeom>
          <a:solidFill>
            <a:srgbClr val="C33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572000"/>
            <a:ext cx="9144000" cy="662940"/>
          </a:xfrm>
          <a:prstGeom prst="rect">
            <a:avLst/>
          </a:prstGeom>
          <a:solidFill>
            <a:srgbClr val="CD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5143500"/>
            <a:ext cx="9144000" cy="662940"/>
          </a:xfrm>
          <a:prstGeom prst="rect">
            <a:avLst/>
          </a:prstGeom>
          <a:solidFill>
            <a:srgbClr val="D74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715000"/>
            <a:ext cx="9144000" cy="662940"/>
          </a:xfrm>
          <a:prstGeom prst="rect">
            <a:avLst/>
          </a:prstGeom>
          <a:solidFill>
            <a:srgbClr val="E14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286500"/>
            <a:ext cx="9144000" cy="6629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960120"/>
            <a:ext cx="4572000" cy="5029200"/>
          </a:xfrm>
          <a:prstGeom prst="roundRect">
            <a:avLst>
              <a:gd name="adj" fmla="val 10000"/>
            </a:avLst>
          </a:prstGeom>
          <a:solidFill>
            <a:srgbClr val="000000">
              <a:lumMod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914400"/>
            <a:ext cx="4572000" cy="5029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13716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4200" b="1">
                <a:solidFill>
                  <a:srgbClr val="1E293B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560320"/>
            <a:ext cx="36576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Aft>
                <a:spcPts val="1600"/>
              </a:spcAft>
              <a:defRPr sz="1800">
                <a:solidFill>
                  <a:srgbClr val="475569"/>
                </a:solidFill>
                <a:latin typeface="Segoe UI"/>
              </a:defRPr>
            </a:pPr>
            <a:r>
              <a:t>• This slide should have an image</a:t>
            </a:r>
          </a:p>
          <a:p>
            <a:pPr>
              <a:lnSpc>
                <a:spcPct val="130000"/>
              </a:lnSpc>
              <a:spcAft>
                <a:spcPts val="1600"/>
              </a:spcAft>
              <a:defRPr sz="1800">
                <a:solidFill>
                  <a:srgbClr val="475569"/>
                </a:solidFill>
                <a:latin typeface="Segoe UI"/>
              </a:defRPr>
            </a:pPr>
            <a:r>
              <a:t>• Layout should be two-column</a:t>
            </a:r>
          </a:p>
          <a:p>
            <a:pPr>
              <a:lnSpc>
                <a:spcPct val="130000"/>
              </a:lnSpc>
              <a:spcAft>
                <a:spcPts val="1600"/>
              </a:spcAft>
              <a:defRPr sz="1800">
                <a:solidFill>
                  <a:srgbClr val="475569"/>
                </a:solidFill>
                <a:latin typeface="Segoe UI"/>
              </a:defRPr>
            </a:pPr>
            <a:r>
              <a:t>• Theme colors should be consistent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94960" y="1280160"/>
            <a:ext cx="3383280" cy="4297680"/>
          </a:xfrm>
          <a:prstGeom prst="roundRect">
            <a:avLst>
              <a:gd name="adj" fmla="val 1000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olorful_abstract_a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3200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6294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1500"/>
            <a:ext cx="9144000" cy="662940"/>
          </a:xfrm>
          <a:prstGeom prst="rect">
            <a:avLst/>
          </a:prstGeom>
          <a:solidFill>
            <a:srgbClr val="862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9144000" cy="662940"/>
          </a:xfrm>
          <a:prstGeom prst="rect">
            <a:avLst/>
          </a:prstGeom>
          <a:solidFill>
            <a:srgbClr val="903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714500"/>
            <a:ext cx="9144000" cy="662940"/>
          </a:xfrm>
          <a:prstGeom prst="rect">
            <a:avLst/>
          </a:prstGeom>
          <a:solidFill>
            <a:srgbClr val="9A3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286000"/>
            <a:ext cx="9144000" cy="662940"/>
          </a:xfrm>
          <a:prstGeom prst="rect">
            <a:avLst/>
          </a:prstGeom>
          <a:solidFill>
            <a:srgbClr val="A43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857500"/>
            <a:ext cx="9144000" cy="662940"/>
          </a:xfrm>
          <a:prstGeom prst="rect">
            <a:avLst/>
          </a:prstGeom>
          <a:solidFill>
            <a:srgbClr val="AE3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429000"/>
            <a:ext cx="9144000" cy="662940"/>
          </a:xfrm>
          <a:prstGeom prst="rect">
            <a:avLst/>
          </a:prstGeom>
          <a:solidFill>
            <a:srgbClr val="B9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000500"/>
            <a:ext cx="9144000" cy="662940"/>
          </a:xfrm>
          <a:prstGeom prst="rect">
            <a:avLst/>
          </a:prstGeom>
          <a:solidFill>
            <a:srgbClr val="C33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572000"/>
            <a:ext cx="9144000" cy="662940"/>
          </a:xfrm>
          <a:prstGeom prst="rect">
            <a:avLst/>
          </a:prstGeom>
          <a:solidFill>
            <a:srgbClr val="CD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5143500"/>
            <a:ext cx="9144000" cy="662940"/>
          </a:xfrm>
          <a:prstGeom prst="rect">
            <a:avLst/>
          </a:prstGeom>
          <a:solidFill>
            <a:srgbClr val="D74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715000"/>
            <a:ext cx="9144000" cy="662940"/>
          </a:xfrm>
          <a:prstGeom prst="rect">
            <a:avLst/>
          </a:prstGeom>
          <a:solidFill>
            <a:srgbClr val="E14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286500"/>
            <a:ext cx="9144000" cy="6629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417320" y="960120"/>
            <a:ext cx="6400800" cy="5029200"/>
          </a:xfrm>
          <a:prstGeom prst="roundRect">
            <a:avLst>
              <a:gd name="adj" fmla="val 10000"/>
            </a:avLst>
          </a:prstGeom>
          <a:solidFill>
            <a:srgbClr val="000000">
              <a:lumMod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71600" y="914400"/>
            <a:ext cx="6400800" cy="5029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1371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1E293B"/>
                </a:solidFill>
                <a:latin typeface="Segoe UI"/>
              </a:defRPr>
            </a:pPr>
            <a:r>
              <a:t>Text Only Slide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2743200"/>
            <a:ext cx="4572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1800"/>
              </a:spcAft>
              <a:defRPr sz="2000">
                <a:solidFill>
                  <a:srgbClr val="475569"/>
                </a:solidFill>
                <a:latin typeface="Segoe UI"/>
              </a:defRPr>
            </a:pPr>
            <a:r>
              <a:t>• This slide has NO image</a:t>
            </a:r>
          </a:p>
          <a:p>
            <a:pPr algn="l">
              <a:spcAft>
                <a:spcPts val="1800"/>
              </a:spcAft>
              <a:defRPr sz="2000">
                <a:solidFill>
                  <a:srgbClr val="475569"/>
                </a:solidFill>
                <a:latin typeface="Segoe UI"/>
              </a:defRPr>
            </a:pPr>
            <a:r>
              <a:t>• It should use full width</a:t>
            </a:r>
          </a:p>
          <a:p>
            <a:pPr algn="l">
              <a:spcAft>
                <a:spcPts val="1800"/>
              </a:spcAft>
              <a:defRPr sz="2000">
                <a:solidFill>
                  <a:srgbClr val="475569"/>
                </a:solidFill>
                <a:latin typeface="Segoe UI"/>
              </a:defRPr>
            </a:pPr>
            <a:r>
              <a:t>• Text should be readable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