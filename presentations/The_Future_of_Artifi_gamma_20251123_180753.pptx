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the evolving landscape of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The Future of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Increased adoption of AI in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AI-powered automation and robotics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become more autonomous and self-improving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be integrated into everyday devices and appliances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play a crucial role in solving global challenges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create new job opportunities and industries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decision-making, and enhanced personalization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Challenges: Job displacement, data privacy concerns, and algorithmic bias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future of AI is both exciting and uncertain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AI has the potential to transform industries and societies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It is crucial to address the ethical and societal implications of AI</a:t>
            </a:r>
          </a:p>
        </p:txBody>
      </p:sp>
      <p:pic>
        <p:nvPicPr>
          <p:cNvPr id="10" name="Picture 9" descr="future_of_ai_responsible_dev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