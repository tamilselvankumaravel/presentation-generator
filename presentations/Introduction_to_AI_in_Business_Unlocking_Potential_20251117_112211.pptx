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AI in Business: Unlocking Potential Through Brief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explores the transformative impact of artificial intelligence (AI) on businesses, using data-driven insights and formal language. It aims to provide an informative overview that will engage executives interested in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The Current State of Artifics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technology is rapidly evolving and becoming more accessible to businesses.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Data-driven insights from AI are shaping decision-making processes across industries.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Understanding the basics of artificial intelligence can unlock new opportunities for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The Future Impact of Artificial Intelligence on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- AI is expected to automate routine tasks and enhance productivity.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- Integration with business intelligence tools can lead to more informed strategic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- Ethical considerations and responsible use are paramount for successful implementation of AI technologies.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