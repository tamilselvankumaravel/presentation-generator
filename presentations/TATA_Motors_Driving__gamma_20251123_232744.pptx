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ATA_Motors__Driving_Innovat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200" b="1">
                <a:solidFill>
                  <a:srgbClr val="0A5C8C"/>
                </a:solidFill>
                <a:latin typeface="Segoe UI"/>
              </a:defRPr>
            </a:pPr>
            <a:r>
              <a:t>TATA Motors: Driving Innovation and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provides an overview of TATA Motors, its history, current trends, future predictions, and benefits. It highlights the company's commitment to innovation and excellence in the automotive industry.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A5C8C"/>
                </a:solidFill>
                <a:latin typeface="Segoe UI"/>
              </a:defRPr>
            </a:pPr>
            <a:r>
              <a:t>TATA Motors: Driving Innovation and Excellence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A leading global automobile manufacturer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Headquartered in Mumbai, India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Part of the Tata Group, one of India's largest business conglomerates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57784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760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Commitment to excellence, innovation, and sustainability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History and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Founded in 1945 as a locomotive manufacturer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Entered the commercial vehicle sector in 1954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Launched the first indigenously developed passenger car, the Tata Indica, in 1998</a:t>
            </a:r>
          </a:p>
        </p:txBody>
      </p:sp>
      <p:pic>
        <p:nvPicPr>
          <p:cNvPr id="10" name="Picture 9" descr="tata_motors_history_growth_ti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and Innovations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Focus on electric and hybrid vehicles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Investment in autonomous driving technology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Expansion of connected car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Commitment to sustainable manufacturing practices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Future Predictions and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Vision to become a global leader in automotive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Plans to launch advanced electric vehicles</a:t>
            </a:r>
          </a:p>
        </p:txBody>
      </p:sp>
      <p:pic>
        <p:nvPicPr>
          <p:cNvPr id="8" name="Picture 7" descr="tata_motars_future_innov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tata_motars_future_innov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TATA Motors' journey of innovation and excellence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Commitment to sustainable and smart mobility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Leading the way in the automotive industry</a:t>
            </a:r>
          </a:p>
        </p:txBody>
      </p:sp>
      <p:pic>
        <p:nvPicPr>
          <p:cNvPr id="10" name="Picture 9" descr="tata_motors_conclusion_innov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