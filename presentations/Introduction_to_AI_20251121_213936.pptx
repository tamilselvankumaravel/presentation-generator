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C8C8C8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FFD70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presentation provides a casual and engaging introduction to Artificial Intelligence. It covers the basics, applications, benefits, challenges, and future trends of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Welcome to the World of AI!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Let's dive into the fascinating world of Artificial Intelligence (AI)</a:t>
            </a:r>
          </a:p>
          <a:p>
            <a:r>
              <a:t>We'll explore what AI is, its applications, benefits, challenges, and future trends</a:t>
            </a:r>
          </a:p>
          <a:p>
            <a:r>
              <a:t>Get ready to be amazed by the power of AI!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the simulation of human intelligence in machines</a:t>
            </a:r>
          </a:p>
          <a:p>
            <a:r>
              <a:t>It's designed to think and learn like humans, but with data and algorithms</a:t>
            </a:r>
          </a:p>
          <a:p>
            <a:r>
              <a:t>AI can perform tasks such as learning, planning, problem-solving, and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AI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all around us, from virtual assistants like Siri and Alexa to recommendation systems on Netflix and Amazon</a:t>
            </a:r>
          </a:p>
          <a:p>
            <a:r>
              <a:t>It's used in healthcare for disease diagnosis and treatment</a:t>
            </a:r>
          </a:p>
          <a:p>
            <a:r>
              <a:t>AI also powers self-driving cars and fraud detection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Challenges and 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Benefits: AI can automate repetitive tasks, improve accuracy, and make predictions based on data</a:t>
            </a:r>
          </a:p>
          <a:p>
            <a:r>
              <a:t>Challenges: AI can raise ethical concerns, require large amounts of data, and lack human-like common sense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expected to continue growing and evolving</a:t>
            </a:r>
          </a:p>
          <a:p>
            <a:r>
              <a:t>Future trends include more advanced AI assistants, improved AI in healthcare, and AI in space exploration</a:t>
            </a:r>
          </a:p>
          <a:p>
            <a:r>
              <a:t>The future of AI is bright and full of possibilities!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