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he_Future_of_Farming__Innov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57200"/>
            <a:ext cx="4114800" cy="59436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0" y="457200"/>
            <a:ext cx="4114800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114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5200" b="1">
                <a:solidFill>
                  <a:srgbClr val="0A5C8C"/>
                </a:solidFill>
                <a:latin typeface="Segoe UI"/>
              </a:defRPr>
            </a:pPr>
            <a:r>
              <a:t>The Future of Farming: Innovations and Trends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4114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This presentation explores the current trends, technological advancements, and future predictions in the agricultural industry. It also highlights the benefits and challenges of adopting these innovations.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6B7280"/>
                </a:solidFill>
                <a:latin typeface="Segoe UI"/>
              </a:defRPr>
            </a:pPr>
            <a:r>
              <a:t>by AI Research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 b="1">
                <a:solidFill>
                  <a:srgbClr val="0A5C8C"/>
                </a:solidFill>
                <a:latin typeface="Segoe UI"/>
              </a:defRPr>
            </a:pPr>
            <a:r>
              <a:t>The Future of Farming: Innovations and Trends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4688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An overview of emerging technologies and trends in agriculture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38328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566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Exploring the impact of innovation on farming practices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48056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46634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Understanding the future of sustainable food production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Current Trends in Farming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Precision agriculture using GPS and GIS technology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Leveraging IoT for real-time monitoring and automation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Adoption of drones for crop monitoring and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Technological Advancements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560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Vertical farming and urban agriculture for space efficiency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2560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2103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Hydroponics and aeroponics for water conservation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4846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389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Biotechnology and genetic engineering for crop improvement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4846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4389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Renewable energy integration for sustainable farming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0A5C8C"/>
                </a:solidFill>
                <a:latin typeface="Segoe UI"/>
              </a:defRPr>
            </a:pPr>
            <a:r>
              <a:t>Benefits and Challenges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Increased crop yields and improved farm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Reduced environmental impact and resource conservation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The future of farming is driven by innovation and technology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Adopting these advancements can lead to sustainable and efficient agriculture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Continuous learning and adaptation are key to staying competitive in the industry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