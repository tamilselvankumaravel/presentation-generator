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This presentation provides a comprehensive overview of Artificial Intelligence, its history, applications, and future trends. It is designed to be informative and engaging for a professional audience.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8B5C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3B82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Welcome to our presentation on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We will cover the basics, applications, and future of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Designed for professionals seeking a comprehensive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refers to the simulation of human intelligence in machines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It enables machines to perform tasks that typically require human intelligence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Includes learning, reasoning, problem-solving, perception, and language understanding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History and Evolution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Early concepts date back to ancient times, but modern AI began in the 1950s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Key milestones include the Turing Test, Expert Systems, and Machine Learning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Recent advancements in deep learning and neural networks have revolutionized the field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Healthcare: Disease diagnosis, drug discovery, and personalized medicine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Finance: Fraud detection, algorithmic trading, and risk management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Automotive: Autonomous vehicles, predictive maintenance, and driver assistance systems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Conclusion and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is transforming industries and improving efficiency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Future trends include explainable AI, AI ethics, and increased automation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Continuous learning and adaptation will be key to staying ahead in the AI landscape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