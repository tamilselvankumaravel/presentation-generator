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lti_Theme_Test_professional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6000" b="1">
                <a:solidFill>
                  <a:srgbClr val="111827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151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This slide should have an image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Layout should be two-column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