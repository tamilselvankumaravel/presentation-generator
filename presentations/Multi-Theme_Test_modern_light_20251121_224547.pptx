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0066C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05050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