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86000"/>
            <a:ext cx="7315200" cy="1828800"/>
          </a:xfrm>
        </p:spPr>
        <p:txBody>
          <a:bodyPr/>
          <a:lstStyle/>
          <a:p>
            <a:pPr>
              <a:defRPr sz="4400" b="1">
                <a:solidFill>
                  <a:srgbClr val="003366"/>
                </a:solidFill>
                <a:latin typeface="Arial"/>
              </a:defRPr>
            </a:pPr>
            <a:r>
              <a:rPr lang="en-US" smtClean="0"/>
              <a:t>Click to edit Master title style</a:t>
            </a:r>
            <a:endParaRPr lang="en-US"/>
          </a:p>
        </p:txBody>
      </p:sp>
      <p:sp>
        <p:nvSpPr>
          <p:cNvPr id="3" name="Subtitle 2"/>
          <p:cNvSpPr>
            <a:spLocks noGrp="1"/>
          </p:cNvSpPr>
          <p:nvPr>
            <p:ph type="subTitle" idx="1"/>
          </p:nvPr>
        </p:nvSpPr>
        <p:spPr>
          <a:xfrm>
            <a:off x="914400" y="4114800"/>
            <a:ext cx="7315200" cy="91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sz="2400">
                <a:solidFill>
                  <a:srgbClr val="0066CC"/>
                </a:solidFill>
                <a:latin typeface="Arial"/>
              </a:defRPr>
            </a:pPr>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pPr algn="l">
              <a:defRPr sz="3200" b="1">
                <a:solidFill>
                  <a:srgbClr val="003366"/>
                </a:solidFill>
                <a:latin typeface="Arial"/>
              </a:defRPr>
            </a:pPr>
            <a:r>
              <a:rPr lang="en-US" smtClean="0"/>
              <a:t>Click to edit Master title style</a:t>
            </a:r>
            <a:endParaRPr lang="en-US"/>
          </a:p>
        </p:txBody>
      </p:sp>
      <p:sp>
        <p:nvSpPr>
          <p:cNvPr id="3" name="Content Placeholder 2"/>
          <p:cNvSpPr>
            <a:spLocks noGrp="1"/>
          </p:cNvSpPr>
          <p:nvPr>
            <p:ph idx="1"/>
          </p:nvPr>
        </p:nvSpPr>
        <p:spPr>
          <a:xfrm>
            <a:off x="457200" y="1645920"/>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333333"/>
                </a:solidFill>
              </a:defRPr>
            </a:pPr>
            <a:r>
              <a:t>The Future of AI</a:t>
            </a:r>
          </a:p>
        </p:txBody>
      </p:sp>
      <p:sp>
        <p:nvSpPr>
          <p:cNvPr id="3" name="Subtitle 2"/>
          <p:cNvSpPr>
            <a:spLocks noGrp="1"/>
          </p:cNvSpPr>
          <p:nvPr>
            <p:ph type="subTitle" idx="1"/>
          </p:nvPr>
        </p:nvSpPr>
        <p:spPr/>
        <p:txBody>
          <a:bodyPr/>
          <a:lstStyle/>
          <a:p>
            <a:pPr>
              <a:defRPr>
                <a:solidFill>
                  <a:srgbClr val="505050"/>
                </a:solidFill>
              </a:defRPr>
            </a:pPr>
            <a:r>
              <a:t>This presentation explores the future of artificial intelligence, its potential impacts, and the key trends shaping the field. It covers technological advancements, ethical considerations, and the role of AI in various industries.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333333"/>
                </a:solidFill>
              </a:defRPr>
            </a:pPr>
            <a:r>
              <a:t>1. The Future of AI</a:t>
            </a:r>
          </a:p>
        </p:txBody>
      </p:sp>
      <p:sp>
        <p:nvSpPr>
          <p:cNvPr id="3" name="Content Placeholder 2"/>
          <p:cNvSpPr>
            <a:spLocks noGrp="1"/>
          </p:cNvSpPr>
          <p:nvPr>
            <p:ph idx="1"/>
          </p:nvPr>
        </p:nvSpPr>
        <p:spPr/>
        <p:txBody>
          <a:bodyPr/>
          <a:lstStyle/>
          <a:p/>
          <a:p>
            <a:pPr>
              <a:spcAft>
                <a:spcPts val="1000"/>
              </a:spcAft>
              <a:defRPr sz="1800">
                <a:solidFill>
                  <a:srgbClr val="333333"/>
                </a:solidFill>
              </a:defRPr>
            </a:pPr>
            <a:r>
              <a:t>An exploration of AI's potential and impacts</a:t>
            </a:r>
          </a:p>
          <a:p>
            <a:pPr>
              <a:spcAft>
                <a:spcPts val="1000"/>
              </a:spcAft>
              <a:defRPr sz="1800">
                <a:solidFill>
                  <a:srgbClr val="333333"/>
                </a:solidFill>
              </a:defRPr>
            </a:pPr>
            <a:r>
              <a:t>Key trends and technological advancements</a:t>
            </a:r>
          </a:p>
          <a:p>
            <a:pPr>
              <a:spcAft>
                <a:spcPts val="1000"/>
              </a:spcAft>
              <a:defRPr sz="1800">
                <a:solidFill>
                  <a:srgbClr val="333333"/>
                </a:solidFill>
              </a:defRPr>
            </a:pPr>
            <a:r>
              <a:t>Ethical considerations and industry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333333"/>
                </a:solidFill>
              </a:defRPr>
            </a:pPr>
            <a:r>
              <a:t>2. Emerging Technologies in AI</a:t>
            </a:r>
          </a:p>
        </p:txBody>
      </p:sp>
      <p:sp>
        <p:nvSpPr>
          <p:cNvPr id="3" name="Content Placeholder 2"/>
          <p:cNvSpPr>
            <a:spLocks noGrp="1"/>
          </p:cNvSpPr>
          <p:nvPr>
            <p:ph idx="1"/>
          </p:nvPr>
        </p:nvSpPr>
        <p:spPr/>
        <p:txBody>
          <a:bodyPr/>
          <a:lstStyle/>
          <a:p/>
          <a:p>
            <a:pPr>
              <a:spcAft>
                <a:spcPts val="1000"/>
              </a:spcAft>
              <a:defRPr sz="1800">
                <a:solidFill>
                  <a:srgbClr val="333333"/>
                </a:solidFill>
              </a:defRPr>
            </a:pPr>
            <a:r>
              <a:t>Advancements in machine learning and deep learning</a:t>
            </a:r>
          </a:p>
          <a:p>
            <a:pPr>
              <a:spcAft>
                <a:spcPts val="1000"/>
              </a:spcAft>
              <a:defRPr sz="1800">
                <a:solidFill>
                  <a:srgbClr val="333333"/>
                </a:solidFill>
              </a:defRPr>
            </a:pPr>
            <a:r>
              <a:t>The rise of quantum computing and its impact on AI</a:t>
            </a:r>
          </a:p>
          <a:p>
            <a:pPr>
              <a:spcAft>
                <a:spcPts val="1000"/>
              </a:spcAft>
              <a:defRPr sz="1800">
                <a:solidFill>
                  <a:srgbClr val="333333"/>
                </a:solidFill>
              </a:defRPr>
            </a:pPr>
            <a:r>
              <a:t>Explainable AI (XAI) and its importance in decision-making processes</a:t>
            </a:r>
          </a:p>
          <a:p>
            <a:pPr>
              <a:spcAft>
                <a:spcPts val="1000"/>
              </a:spcAft>
              <a:defRPr sz="1800">
                <a:solidFill>
                  <a:srgbClr val="333333"/>
                </a:solidFill>
              </a:defRPr>
            </a:pPr>
            <a:r>
              <a:t>The integration of AI with IoT and edge computing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333333"/>
                </a:solidFill>
              </a:defRPr>
            </a:pPr>
            <a:r>
              <a:t>3. AI in Industry and Society</a:t>
            </a:r>
          </a:p>
        </p:txBody>
      </p:sp>
      <p:sp>
        <p:nvSpPr>
          <p:cNvPr id="3" name="Content Placeholder 2"/>
          <p:cNvSpPr>
            <a:spLocks noGrp="1"/>
          </p:cNvSpPr>
          <p:nvPr>
            <p:ph idx="1"/>
          </p:nvPr>
        </p:nvSpPr>
        <p:spPr/>
        <p:txBody>
          <a:bodyPr/>
          <a:lstStyle/>
          <a:p/>
          <a:p>
            <a:pPr>
              <a:spcAft>
                <a:spcPts val="1000"/>
              </a:spcAft>
              <a:defRPr sz="1800">
                <a:solidFill>
                  <a:srgbClr val="333333"/>
                </a:solidFill>
              </a:defRPr>
            </a:pPr>
            <a:r>
              <a:t>Transforming healthcare with AI-driven diagnostics and treatments</a:t>
            </a:r>
          </a:p>
          <a:p>
            <a:pPr>
              <a:spcAft>
                <a:spcPts val="1000"/>
              </a:spcAft>
              <a:defRPr sz="1800">
                <a:solidFill>
                  <a:srgbClr val="333333"/>
                </a:solidFill>
              </a:defRPr>
            </a:pPr>
            <a:r>
              <a:t>Revolutionizing transportation with autonomous vehicles</a:t>
            </a:r>
          </a:p>
          <a:p>
            <a:pPr>
              <a:spcAft>
                <a:spcPts val="1000"/>
              </a:spcAft>
              <a:defRPr sz="1800">
                <a:solidFill>
                  <a:srgbClr val="333333"/>
                </a:solidFill>
              </a:defRPr>
            </a:pPr>
            <a:r>
              <a:t>Enhancing customer experiences through AI-powered personalization</a:t>
            </a:r>
          </a:p>
          <a:p>
            <a:pPr>
              <a:spcAft>
                <a:spcPts val="1000"/>
              </a:spcAft>
              <a:defRPr sz="1800">
                <a:solidFill>
                  <a:srgbClr val="333333"/>
                </a:solidFill>
              </a:defRPr>
            </a:pPr>
            <a:r>
              <a:t>Addressing climate change with AI-driven solutions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333333"/>
                </a:solidFill>
              </a:defRPr>
            </a:pPr>
            <a:r>
              <a:t>4. Ethical Considerations and Challenges</a:t>
            </a:r>
          </a:p>
        </p:txBody>
      </p:sp>
      <p:sp>
        <p:nvSpPr>
          <p:cNvPr id="3" name="Content Placeholder 2"/>
          <p:cNvSpPr>
            <a:spLocks noGrp="1"/>
          </p:cNvSpPr>
          <p:nvPr>
            <p:ph idx="1"/>
          </p:nvPr>
        </p:nvSpPr>
        <p:spPr/>
        <p:txBody>
          <a:bodyPr/>
          <a:lstStyle/>
          <a:p/>
          <a:p>
            <a:pPr>
              <a:spcAft>
                <a:spcPts val="1000"/>
              </a:spcAft>
              <a:defRPr sz="1800">
                <a:solidFill>
                  <a:srgbClr val="333333"/>
                </a:solidFill>
              </a:defRPr>
            </a:pPr>
            <a:r>
              <a:t>Ensuring fairness and mitigating bias in AI algorithms</a:t>
            </a:r>
          </a:p>
          <a:p>
            <a:pPr>
              <a:spcAft>
                <a:spcPts val="1000"/>
              </a:spcAft>
              <a:defRPr sz="1800">
                <a:solidFill>
                  <a:srgbClr val="333333"/>
                </a:solidFill>
              </a:defRPr>
            </a:pPr>
            <a:r>
              <a:t>Protecting privacy and data security in an AI-driven world</a:t>
            </a:r>
          </a:p>
          <a:p>
            <a:pPr>
              <a:spcAft>
                <a:spcPts val="1000"/>
              </a:spcAft>
              <a:defRPr sz="1800">
                <a:solidFill>
                  <a:srgbClr val="333333"/>
                </a:solidFill>
              </a:defRPr>
            </a:pPr>
            <a:r>
              <a:t>Addressing job displacement and workforce transformation</a:t>
            </a:r>
          </a:p>
          <a:p>
            <a:pPr>
              <a:spcAft>
                <a:spcPts val="1000"/>
              </a:spcAft>
              <a:defRPr sz="1800">
                <a:solidFill>
                  <a:srgbClr val="333333"/>
                </a:solidFill>
              </a:defRPr>
            </a:pPr>
            <a:r>
              <a:t>Establishing regulatory frameworks for responsible AI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333333"/>
                </a:solidFill>
              </a:defRPr>
            </a:pPr>
            <a:r>
              <a:t>5. Conclusion: The Path Forward</a:t>
            </a:r>
          </a:p>
        </p:txBody>
      </p:sp>
      <p:sp>
        <p:nvSpPr>
          <p:cNvPr id="3" name="Content Placeholder 2"/>
          <p:cNvSpPr>
            <a:spLocks noGrp="1"/>
          </p:cNvSpPr>
          <p:nvPr>
            <p:ph idx="1"/>
          </p:nvPr>
        </p:nvSpPr>
        <p:spPr/>
        <p:txBody>
          <a:bodyPr/>
          <a:lstStyle/>
          <a:p/>
          <a:p>
            <a:pPr>
              <a:spcAft>
                <a:spcPts val="1000"/>
              </a:spcAft>
              <a:defRPr sz="1800">
                <a:solidFill>
                  <a:srgbClr val="333333"/>
                </a:solidFill>
              </a:defRPr>
            </a:pPr>
            <a:r>
              <a:t>AI's potential to drive innovation and solve global challenges</a:t>
            </a:r>
          </a:p>
          <a:p>
            <a:pPr>
              <a:spcAft>
                <a:spcPts val="1000"/>
              </a:spcAft>
              <a:defRPr sz="1800">
                <a:solidFill>
                  <a:srgbClr val="333333"/>
                </a:solidFill>
              </a:defRPr>
            </a:pPr>
            <a:r>
              <a:t>The importance of interdisciplinary collaboration and ethical guidelines</a:t>
            </a:r>
          </a:p>
          <a:p>
            <a:pPr>
              <a:spcAft>
                <a:spcPts val="1000"/>
              </a:spcAft>
              <a:defRPr sz="1800">
                <a:solidFill>
                  <a:srgbClr val="333333"/>
                </a:solidFill>
              </a:defRPr>
            </a:pPr>
            <a:r>
              <a:t>Continuous learning and adaptation in the face of rapid AI advancements</a:t>
            </a:r>
          </a:p>
          <a:p>
            <a:pPr>
              <a:spcAft>
                <a:spcPts val="1000"/>
              </a:spcAft>
              <a:defRPr sz="1800">
                <a:solidFill>
                  <a:srgbClr val="333333"/>
                </a:solidFill>
              </a:defRPr>
            </a:pPr>
            <a:r>
              <a:t>Embracing the future of AI with responsibility and optimism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