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8B5C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3B82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This slide should have an image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Layout should be two-column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Theme colors should be consistent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173736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8B5CF6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This slide has NO image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It should use full width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Text should be readable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