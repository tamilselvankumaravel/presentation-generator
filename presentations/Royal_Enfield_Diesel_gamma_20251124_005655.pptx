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_Enfield_Diesel_Bullet__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57200"/>
            <a:ext cx="4114800" cy="5943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914400"/>
            <a:ext cx="36576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2800" b="1">
                <a:solidFill>
                  <a:srgbClr val="0A5C8C"/>
                </a:solidFill>
                <a:latin typeface="Segoe UI"/>
              </a:defRPr>
            </a:pPr>
            <a:r>
              <a:t>Royal Enfield Diesel Bullet: A Comprehensive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3657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defRPr sz="1600">
                <a:solidFill>
                  <a:srgbClr val="0A5C8C"/>
                </a:solidFill>
                <a:latin typeface="Segoe UI"/>
              </a:defRPr>
            </a:pPr>
            <a:r>
              <a:t>This presentation provides an in-depth look at the Royal Enfield Diesel Bullet, covering its history, features, benefits, and future prospects. Designed for motorcycle enthusiasts and industry professionals, it offers a well-rounded perspective on this iconic vehicle.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6B7280"/>
                </a:solidFill>
                <a:latin typeface="Segoe UI"/>
              </a:defRPr>
            </a:pPr>
            <a:r>
              <a:t>by AI Research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A5C8C"/>
                </a:solidFill>
                <a:latin typeface="Segoe UI"/>
              </a:defRPr>
            </a:pPr>
            <a:r>
              <a:t>Royal Enfield Diesel Bullet: A Legend Reimagined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286000"/>
            <a:ext cx="6400800" cy="91440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4688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A5C8C"/>
                </a:solidFill>
                <a:latin typeface="Segoe UI"/>
              </a:defRPr>
            </a:pPr>
            <a:r>
              <a:t>• Introduction to the Royal Enfield Diesel Bullet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3383280"/>
            <a:ext cx="6400800" cy="91440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35661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A5C8C"/>
                </a:solidFill>
                <a:latin typeface="Segoe UI"/>
              </a:defRPr>
            </a:pPr>
            <a:r>
              <a:t>• A blend of classic design and modern engineering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480560"/>
            <a:ext cx="6400800" cy="91440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466344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A5C8C"/>
                </a:solidFill>
                <a:latin typeface="Segoe UI"/>
              </a:defRPr>
            </a:pPr>
            <a:r>
              <a:t>• Target audience: Enthusiasts and industry professionals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A5C8C"/>
                </a:solidFill>
                <a:latin typeface="Segoe UI"/>
              </a:defRPr>
            </a:pPr>
            <a:r>
              <a:t>History and Evolution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574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Origins of the Royal Enfield Bullet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4290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Transition from petrol to diesel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8006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Key milestones in the Diesel Bullet's development</a:t>
            </a:r>
          </a:p>
        </p:txBody>
      </p:sp>
      <p:pic>
        <p:nvPicPr>
          <p:cNvPr id="10" name="Picture 9" descr="royal_enfield_diesel_bullet_h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4747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A5C8C"/>
                </a:solidFill>
                <a:latin typeface="Segoe UI"/>
              </a:defRPr>
            </a:pPr>
            <a:r>
              <a:t>Key Features and Specifications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3B82F6"/>
                </a:solidFill>
                <a:latin typeface="Segoe UI"/>
              </a:defRPr>
            </a:pPr>
            <a:r>
              <a:t>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0A5C8C"/>
                </a:solidFill>
                <a:latin typeface="Segoe UI"/>
              </a:defRPr>
            </a:pPr>
            <a:r>
              <a:t>Classic design with modern enhancements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828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192024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3B82F6"/>
                </a:solidFill>
                <a:latin typeface="Segoe UI"/>
              </a:defRPr>
            </a:pPr>
            <a:r>
              <a:t>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59" y="237744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0A5C8C"/>
                </a:solidFill>
                <a:latin typeface="Segoe UI"/>
              </a:defRPr>
            </a:pPr>
            <a:r>
              <a:t>Diesel engine specifications and performance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20624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3B82F6"/>
                </a:solidFill>
                <a:latin typeface="Segoe UI"/>
              </a:defRPr>
            </a:pPr>
            <a:r>
              <a:t>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66344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0A5C8C"/>
                </a:solidFill>
                <a:latin typeface="Segoe UI"/>
              </a:defRPr>
            </a:pPr>
            <a:r>
              <a:t>Unique features and customization options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0A5C8C"/>
                </a:solidFill>
                <a:latin typeface="Segoe UI"/>
              </a:defRPr>
            </a:pPr>
            <a:r>
              <a:t>Benefits and Market Impact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114800" cy="16459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A5C8C"/>
                </a:solidFill>
                <a:latin typeface="Segoe UI"/>
              </a:defRPr>
            </a:pPr>
            <a:r>
              <a:t>Fuel efficiency and environmental benefits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57600"/>
            <a:ext cx="4114800" cy="16459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93192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A5C8C"/>
                </a:solidFill>
                <a:latin typeface="Segoe UI"/>
              </a:defRPr>
            </a:pPr>
            <a:r>
              <a:t>Market reception and consumer feedback</a:t>
            </a:r>
          </a:p>
        </p:txBody>
      </p:sp>
      <p:pic>
        <p:nvPicPr>
          <p:cNvPr id="8" name="Picture 7" descr="royal_enfield_diesel_bullet_b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3200400" cy="2011680"/>
          </a:xfrm>
          <a:prstGeom prst="rect">
            <a:avLst/>
          </a:prstGeom>
        </p:spPr>
      </p:pic>
      <p:pic>
        <p:nvPicPr>
          <p:cNvPr id="9" name="Picture 8" descr="royal_enfield_diesel_bullet_b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3657600"/>
            <a:ext cx="320040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A5C8C"/>
                </a:solidFill>
                <a:latin typeface="Segoe UI"/>
              </a:defRPr>
            </a:pPr>
            <a:r>
              <a:t>Conclusion and Future Prospects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574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Summary of key points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4290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Future innovations and potential developments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8006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The enduring legacy of the Royal Enfield Diesel Bullet</a:t>
            </a:r>
          </a:p>
        </p:txBody>
      </p:sp>
      <p:pic>
        <p:nvPicPr>
          <p:cNvPr id="10" name="Picture 9" descr="royal_enfield_diesel_bullet_f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47472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