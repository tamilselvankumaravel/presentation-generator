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1E293B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75569"/>
                </a:solidFill>
                <a:latin typeface="Segoe UI"/>
              </a:defRPr>
            </a:pPr>
            <a:r>
              <a:t>This presentation explores the advancements, impacts, and ethical considerations of artificial intelligence in the coming years. We will delve into various aspects that will shape the future of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E293B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Exploring the advancements and impacts of AI</a:t>
            </a:r>
          </a:p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Understanding the ethical considerations</a:t>
            </a:r>
          </a:p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Preparing for the future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merging_trends_in_artificial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605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293B"/>
                </a:solidFill>
                <a:latin typeface="Segoe UI"/>
              </a:defRPr>
            </a:pPr>
            <a:r>
              <a:t>Emerging Trends in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Advancements in machine learning and deep learning</a:t>
            </a:r>
          </a:p>
          <a:p>
            <a:pPr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Growth of AI in healthcare, finance, and autonomous vehicles</a:t>
            </a:r>
          </a:p>
          <a:p>
            <a:pPr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Increased adoption of AI in everyday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pact_of_artificial_intelli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4572000"/>
            <a:ext cx="7315200" cy="1828800"/>
          </a:xfrm>
          <a:prstGeom prst="roundRect">
            <a:avLst>
              <a:gd name="adj" fmla="val 8000"/>
            </a:avLst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Impact of AI on Society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thical_considerations_in_art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54880" y="914400"/>
            <a:ext cx="4114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  <a:latin typeface="Segoe UI"/>
              </a:defRPr>
            </a:pPr>
            <a:r>
              <a:t>Ethical Considerations and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Bias and fairness in AI algorithms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Privacy and security concerns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Accountability and transparency in AI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E293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AI will continue to evolve and impact various sectors</a:t>
            </a:r>
          </a:p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Ethical considerations must be addressed proactively</a:t>
            </a:r>
          </a:p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Collaboration and education are key to preparing for the future of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