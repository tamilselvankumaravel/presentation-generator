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86000"/>
            <a:ext cx="64008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7315200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400" b="1">
                <a:solidFill>
                  <a:srgbClr val="F8FAFC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94A3B8"/>
                </a:solidFill>
                <a:latin typeface="Segoe UI"/>
              </a:defRPr>
            </a:pPr>
            <a:r>
              <a:t>This presentation provides a comprehensive overview of Artificial Intelligence, its history, types, applications, and future trends. It is designed to be informative and engaging for a professional audience.</a:t>
            </a:r>
          </a:p>
        </p:txBody>
      </p:sp>
      <p:sp>
        <p:nvSpPr>
          <p:cNvPr id="4" name="Oval 3"/>
          <p:cNvSpPr/>
          <p:nvPr/>
        </p:nvSpPr>
        <p:spPr>
          <a:xfrm>
            <a:off x="6400800" y="-2286000"/>
            <a:ext cx="5486400" cy="5486400"/>
          </a:xfrm>
          <a:prstGeom prst="ellipse">
            <a:avLst/>
          </a:prstGeom>
          <a:solidFill>
            <a:srgbClr val="8B5CF6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3B82F6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Welcome to our presentation on AI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Understanding the basics and impact of AI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Designed for professionals and enthusiasts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AI refers to the simulation of human intelligence in machines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Enables machines to perform tasks that typically require human intelligence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Includes learning, reasoning, problem-solving, perception, and language understanding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Types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Narrow AI: Designed for a specific task (e.g., Siri, Alexa)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General AI: Understands, learns, and applies knowledge across various tasks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Superintelligent AI: Hypothetical AI that surpasses human intelligence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Healthcare: Disease diagnosis, drug discovery, and personalized medicine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Finance: Fraud detection, algorithmic trading, and customer service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Automotive: Autonomous vehicles, predictive maintenance, and driver assistance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AI is a transformative technology with vast potential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Understanding AI is crucial for professionals in all industries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Stay informed about AI developments and their impact on society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