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 and its impact on society.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Exploring the evolution and potential of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the impact on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Discussing the opportunities and challenges ahead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 in healthcare and finance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 in AI-driven automation and robotics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becoming ubiquitous in daily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Development of artificial general intelligence (AGI)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Integration of AI with Internet of Things (IoT)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AI-driven personal assistants and virtual reality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new job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ethical concerns, and data privacy issues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Embracing the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presents immense opportunities for innovation and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Addressing challenges requires collaboration and ethical considerations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future of AI is bright and promises to transform our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