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e_Future_of_Farming__Innov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2286000"/>
            <a:ext cx="54864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560320"/>
            <a:ext cx="51206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defRPr sz="6400" b="1">
                <a:solidFill>
                  <a:srgbClr val="1E293B"/>
                </a:solidFill>
                <a:latin typeface="Segoe UI"/>
              </a:defRPr>
            </a:pPr>
            <a:r>
              <a:t>The Future of Farming: Innovations and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9319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475569"/>
                </a:solidFill>
                <a:latin typeface="Segoe UI"/>
              </a:defRPr>
            </a:pPr>
            <a:r>
              <a:t>This presentation explores the exciting advancements and trends shaping the future of farming. From technology integration to sustainable practices, we will delve into how these innovations are transforming agriculture.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bstract_technology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548640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1828800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defRPr sz="4000" b="1">
                <a:solidFill>
                  <a:srgbClr val="1E293B"/>
                </a:solidFill>
                <a:latin typeface="Segoe UI"/>
              </a:defRPr>
            </a:pPr>
            <a:r>
              <a:t>The Future of Farming: Innovations and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9260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475569"/>
                </a:solidFill>
                <a:latin typeface="Segoe UI"/>
              </a:defRPr>
            </a:pPr>
            <a:r>
              <a:t>• Exploring the next generation of agricultural advancements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475569"/>
                </a:solidFill>
                <a:latin typeface="Segoe UI"/>
              </a:defRPr>
            </a:pPr>
            <a:r>
              <a:t>• Understanding the impact of technology on farming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475569"/>
                </a:solidFill>
                <a:latin typeface="Segoe UI"/>
              </a:defRPr>
            </a:pPr>
            <a:r>
              <a:t>• Sustainable practices for a greener future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ern_business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931920" cy="4663440"/>
          </a:xfrm>
          <a:prstGeom prst="roundRect">
            <a:avLst>
              <a:gd name="adj" fmla="val 10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ecision_agriculture_technol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36576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754880" y="1371600"/>
            <a:ext cx="393192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0" y="1828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3200" b="1">
                <a:solidFill>
                  <a:srgbClr val="1E293B"/>
                </a:solidFill>
                <a:latin typeface="Segoe UI"/>
              </a:defRPr>
            </a:pPr>
            <a:r>
              <a:t>Precision Agriculture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7432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• Use of GPS, sensors, and data analytics for targeted farming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• Optimizing crop yields and reducing waste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• Improving resource management and efficiency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rtical_farming_c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114800"/>
            <a:ext cx="73152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Segoe UI"/>
              </a:defRPr>
            </a:pPr>
            <a:r>
              <a:t>Vertical and Urban Farming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Growing crops in urban environments to reduce food miles</a:t>
            </a:r>
          </a:p>
          <a:p>
            <a:pPr algn="l">
              <a:spcAft>
                <a:spcPts val="8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Utilizing vertical space for increased production</a:t>
            </a:r>
          </a:p>
          <a:p>
            <a:pPr algn="l">
              <a:spcAft>
                <a:spcPts val="8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Sustainable and eco-friendly farming practices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eative_workspace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931920" cy="4663440"/>
          </a:xfrm>
          <a:prstGeom prst="roundRect">
            <a:avLst>
              <a:gd name="adj" fmla="val 10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generative_farming_practic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36576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754880" y="1371600"/>
            <a:ext cx="393192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0" y="1828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3200" b="1">
                <a:solidFill>
                  <a:srgbClr val="1E293B"/>
                </a:solidFill>
                <a:latin typeface="Segoe UI"/>
              </a:defRPr>
            </a:pPr>
            <a:r>
              <a:t>Sustainable and Regenerative Farming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7432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• Promoting biodiversity and healthy ecosystems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• Reducing chemical inputs and enhancing soil health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• Climate-smart agriculture for long-term sustainability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ture_farming_technolog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114800"/>
            <a:ext cx="73152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The future of farming is bright with innovative technologies and sustainable practices</a:t>
            </a:r>
          </a:p>
          <a:p>
            <a:pPr algn="l">
              <a:spcAft>
                <a:spcPts val="8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Embracing these changes can lead to a more efficient and eco-friendly agricultural sector</a:t>
            </a:r>
          </a:p>
          <a:p>
            <a:pPr algn="l">
              <a:spcAft>
                <a:spcPts val="8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Continuous learning and adaptation are key to staying ahead in the ever-evolving world of farming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