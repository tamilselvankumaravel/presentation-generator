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52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benefits, challenges, and ethical considerations of artificial intelligence. It provides a comprehensive overview of what the future holds for AI and its impact on society.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Exploring the advancements and potential of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Understanding the impact on various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Discussing the ethical and societal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Rapid advancements in machine learning and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Increasing adoption of AI in healthcare, finance, and automotive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AI-powered virtual assistants and chatbots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and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AI-driven personalization and customization in various sectors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Development of autonomous systems and robots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Integration of AI with Internet of Things (IoT) devices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Advancements in natural language processing and computer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Increased efficiency and productivity in businesses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Improved decision-making with data-driven insights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Conclusion: Embracing the Future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AI presents immense opportunities for innovation and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Addressing challenges and ethical considerations is crucial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Collaboration between industries, governments, and academia is essential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