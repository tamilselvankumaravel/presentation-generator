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286000"/>
            <a:ext cx="6400800" cy="1371600"/>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40480"/>
            <a:ext cx="6400800" cy="91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40080"/>
          </a:xfrm>
        </p:spPr>
        <p:txBody>
          <a:bodyPr/>
          <a:lstStyle/>
          <a:p>
            <a:r>
              <a:rPr lang="en-US" smtClean="0"/>
              <a:t>Click to edit Master title style</a:t>
            </a:r>
            <a:endParaRPr lang="en-US"/>
          </a:p>
        </p:txBody>
      </p:sp>
      <p:sp>
        <p:nvSpPr>
          <p:cNvPr id="3" name="Content Placeholder 2"/>
          <p:cNvSpPr>
            <a:spLocks noGrp="1"/>
          </p:cNvSpPr>
          <p:nvPr>
            <p:ph idx="1"/>
          </p:nvPr>
        </p:nvSpPr>
        <p:spPr>
          <a:xfrm>
            <a:off x="914400" y="1645920"/>
            <a:ext cx="7315200" cy="42976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sp>
        <p:nvSpPr>
          <p:cNvPr id="6" name="Rounded Rectangle 5"/>
          <p:cNvSpPr/>
          <p:nvPr/>
        </p:nvSpPr>
        <p:spPr>
          <a:xfrm>
            <a:off x="1371600" y="1828800"/>
            <a:ext cx="6400800" cy="320040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28800" y="5029200"/>
            <a:ext cx="4572000" cy="4572000"/>
          </a:xfrm>
          <a:prstGeom prst="ellipse">
            <a:avLst/>
          </a:prstGeom>
          <a:solidFill>
            <a:srgbClr val="275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0" y="-2286000"/>
            <a:ext cx="5486400" cy="5486400"/>
          </a:xfrm>
          <a:prstGeom prst="ellipse">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2" name="Title 1"/>
          <p:cNvSpPr>
            <a:spLocks noGrp="1"/>
          </p:cNvSpPr>
          <p:nvPr>
            <p:ph type="ctrTitle"/>
          </p:nvPr>
        </p:nvSpPr>
        <p:spPr/>
        <p:txBody>
          <a:bodyPr/>
          <a:lstStyle/>
          <a:p>
            <a:pPr algn="ctr">
              <a:defRPr sz="5400" b="1">
                <a:solidFill>
                  <a:srgbClr val="F8FAFC"/>
                </a:solidFill>
                <a:latin typeface="Segoe UI"/>
              </a:defRPr>
            </a:pPr>
            <a:r>
              <a:t>The Future of AI</a:t>
            </a:r>
          </a:p>
        </p:txBody>
      </p:sp>
      <p:sp>
        <p:nvSpPr>
          <p:cNvPr id="3" name="Subtitle 2"/>
          <p:cNvSpPr>
            <a:spLocks noGrp="1"/>
          </p:cNvSpPr>
          <p:nvPr>
            <p:ph type="subTitle" idx="1"/>
          </p:nvPr>
        </p:nvSpPr>
        <p:spPr/>
        <p:txBody>
          <a:bodyPr/>
          <a:lstStyle/>
          <a:p>
            <a:pPr algn="ctr">
              <a:defRPr sz="2000">
                <a:solidFill>
                  <a:srgbClr val="94A3B8"/>
                </a:solidFill>
                <a:latin typeface="Segoe UI"/>
              </a:defRPr>
            </a:pPr>
            <a:r>
              <a:t>This presentation explores the future of Artificial Intelligence, its potential impact, and the key trends shaping the industry. It covers advancements, ethical considerations, and the role of AI in various sectors.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sp>
        <p:nvSpPr>
          <p:cNvPr id="6" name="Rounded Rectangle 5"/>
          <p:cNvSpPr/>
          <p:nvPr/>
        </p:nvSpPr>
        <p:spPr>
          <a:xfrm>
            <a:off x="457200" y="1188720"/>
            <a:ext cx="8229600" cy="52120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37160" cy="6858000"/>
          </a:xfrm>
          <a:prstGeom prst="rect">
            <a:avLst/>
          </a:prstGeom>
          <a:solidFill>
            <a:srgbClr val="BA34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1371600"/>
            <a:ext cx="3657600" cy="3657600"/>
          </a:xfrm>
          <a:prstGeom prst="ellipse">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2" name="Title 1"/>
          <p:cNvSpPr>
            <a:spLocks noGrp="1"/>
          </p:cNvSpPr>
          <p:nvPr>
            <p:ph type="title"/>
          </p:nvPr>
        </p:nvSpPr>
        <p:spPr/>
        <p:txBody>
          <a:bodyPr/>
          <a:lstStyle/>
          <a:p>
            <a:pPr algn="l">
              <a:defRPr sz="3200" b="1">
                <a:solidFill>
                  <a:srgbClr val="F8FAFC"/>
                </a:solidFill>
                <a:latin typeface="Segoe UI"/>
              </a:defRPr>
            </a:pPr>
            <a:r>
              <a:t>The Future of AI</a:t>
            </a:r>
          </a:p>
        </p:txBody>
      </p:sp>
      <p:sp>
        <p:nvSpPr>
          <p:cNvPr id="3" name="Content Placeholder 2"/>
          <p:cNvSpPr>
            <a:spLocks noGrp="1"/>
          </p:cNvSpPr>
          <p:nvPr>
            <p:ph idx="1"/>
          </p:nvPr>
        </p:nvSpPr>
        <p:spPr>
          <a:xfrm>
            <a:off x="914400" y="0"/>
            <a:ext cx="7315200" cy="0"/>
          </a:xfrm>
        </p:spPr>
        <p:txBody>
          <a:bodyPr/>
          <a:lstStyle/>
          <a:p>
            <a:pPr>
              <a:spcAft>
                <a:spcPts val="1400"/>
              </a:spcAft>
              <a:defRPr sz="1800">
                <a:solidFill>
                  <a:srgbClr val="F8FAFC"/>
                </a:solidFill>
                <a:latin typeface="Segoe UI"/>
              </a:defRPr>
            </a:pPr>
            <a:r>
              <a:t>Presented by [Your Name]</a:t>
            </a:r>
          </a:p>
          <a:p>
            <a:pPr>
              <a:spcAft>
                <a:spcPts val="1400"/>
              </a:spcAft>
              <a:defRPr sz="1800">
                <a:solidFill>
                  <a:srgbClr val="F8FAFC"/>
                </a:solidFill>
                <a:latin typeface="Segoe UI"/>
              </a:defRPr>
            </a:pPr>
            <a:r>
              <a:t>Date: [Insert Date]</a:t>
            </a:r>
          </a:p>
          <a:p>
            <a:pPr>
              <a:spcAft>
                <a:spcPts val="1400"/>
              </a:spcAft>
              <a:defRPr sz="1800">
                <a:solidFill>
                  <a:srgbClr val="F8FAFC"/>
                </a:solidFill>
                <a:latin typeface="Segoe UI"/>
              </a:defRPr>
            </a:pPr>
            <a:r>
              <a:t>Exploring the next decade of Artificial Intelligence</a:t>
            </a:r>
          </a:p>
        </p:txBody>
      </p:sp>
      <p:sp>
        <p:nvSpPr>
          <p:cNvPr id="7" name="Rectangle 6"/>
          <p:cNvSpPr/>
          <p:nvPr/>
        </p:nvSpPr>
        <p:spPr>
          <a:xfrm>
            <a:off x="457200" y="1188720"/>
            <a:ext cx="8229600" cy="73152"/>
          </a:xfrm>
          <a:prstGeom prst="rect">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sp>
        <p:nvSpPr>
          <p:cNvPr id="6" name="Rounded Rectangle 5"/>
          <p:cNvSpPr/>
          <p:nvPr/>
        </p:nvSpPr>
        <p:spPr>
          <a:xfrm>
            <a:off x="457200" y="1188720"/>
            <a:ext cx="8229600" cy="52120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37160" cy="6858000"/>
          </a:xfrm>
          <a:prstGeom prst="rect">
            <a:avLst/>
          </a:prstGeom>
          <a:solidFill>
            <a:srgbClr val="BA34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1371600"/>
            <a:ext cx="3657600" cy="3657600"/>
          </a:xfrm>
          <a:prstGeom prst="ellipse">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2" name="Title 1"/>
          <p:cNvSpPr>
            <a:spLocks noGrp="1"/>
          </p:cNvSpPr>
          <p:nvPr>
            <p:ph type="title"/>
          </p:nvPr>
        </p:nvSpPr>
        <p:spPr/>
        <p:txBody>
          <a:bodyPr/>
          <a:lstStyle/>
          <a:p>
            <a:pPr algn="l">
              <a:defRPr sz="3200" b="1">
                <a:solidFill>
                  <a:srgbClr val="F8FAFC"/>
                </a:solidFill>
                <a:latin typeface="Segoe UI"/>
              </a:defRPr>
            </a:pPr>
            <a:r>
              <a:t>Key Trends in AI</a:t>
            </a:r>
          </a:p>
        </p:txBody>
      </p:sp>
      <p:sp>
        <p:nvSpPr>
          <p:cNvPr id="3" name="Content Placeholder 2"/>
          <p:cNvSpPr>
            <a:spLocks noGrp="1"/>
          </p:cNvSpPr>
          <p:nvPr>
            <p:ph idx="1"/>
          </p:nvPr>
        </p:nvSpPr>
        <p:spPr>
          <a:xfrm>
            <a:off x="914400" y="0"/>
            <a:ext cx="7315200" cy="0"/>
          </a:xfrm>
        </p:spPr>
        <p:txBody>
          <a:bodyPr/>
          <a:lstStyle/>
          <a:p>
            <a:pPr>
              <a:spcAft>
                <a:spcPts val="1400"/>
              </a:spcAft>
              <a:defRPr sz="1800">
                <a:solidFill>
                  <a:srgbClr val="F8FAFC"/>
                </a:solidFill>
                <a:latin typeface="Segoe UI"/>
              </a:defRPr>
            </a:pPr>
            <a:r>
              <a:t>Advancements in Machine Learning and Deep Learning</a:t>
            </a:r>
          </a:p>
          <a:p>
            <a:pPr>
              <a:spcAft>
                <a:spcPts val="1400"/>
              </a:spcAft>
              <a:defRPr sz="1800">
                <a:solidFill>
                  <a:srgbClr val="F8FAFC"/>
                </a:solidFill>
                <a:latin typeface="Segoe UI"/>
              </a:defRPr>
            </a:pPr>
            <a:r>
              <a:t>Increased adoption of AI in healthcare, finance, and transportation</a:t>
            </a:r>
          </a:p>
          <a:p>
            <a:pPr>
              <a:spcAft>
                <a:spcPts val="1400"/>
              </a:spcAft>
              <a:defRPr sz="1800">
                <a:solidFill>
                  <a:srgbClr val="F8FAFC"/>
                </a:solidFill>
                <a:latin typeface="Segoe UI"/>
              </a:defRPr>
            </a:pPr>
            <a:r>
              <a:t>Growth of AI-powered automation and robotics</a:t>
            </a:r>
          </a:p>
          <a:p>
            <a:pPr>
              <a:spcAft>
                <a:spcPts val="1400"/>
              </a:spcAft>
              <a:defRPr sz="1800">
                <a:solidFill>
                  <a:srgbClr val="F8FAFC"/>
                </a:solidFill>
                <a:latin typeface="Segoe UI"/>
              </a:defRPr>
            </a:pPr>
            <a:r>
              <a:t>Expansion of AI in edge computing and IoT devices</a:t>
            </a:r>
          </a:p>
        </p:txBody>
      </p:sp>
      <p:sp>
        <p:nvSpPr>
          <p:cNvPr id="7" name="Rectangle 6"/>
          <p:cNvSpPr/>
          <p:nvPr/>
        </p:nvSpPr>
        <p:spPr>
          <a:xfrm>
            <a:off x="457200" y="1188720"/>
            <a:ext cx="8229600" cy="73152"/>
          </a:xfrm>
          <a:prstGeom prst="rect">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sp>
        <p:nvSpPr>
          <p:cNvPr id="6" name="Rounded Rectangle 5"/>
          <p:cNvSpPr/>
          <p:nvPr/>
        </p:nvSpPr>
        <p:spPr>
          <a:xfrm>
            <a:off x="457200" y="1188720"/>
            <a:ext cx="8229600" cy="52120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37160" cy="6858000"/>
          </a:xfrm>
          <a:prstGeom prst="rect">
            <a:avLst/>
          </a:prstGeom>
          <a:solidFill>
            <a:srgbClr val="BA34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1371600"/>
            <a:ext cx="3657600" cy="3657600"/>
          </a:xfrm>
          <a:prstGeom prst="ellipse">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2" name="Title 1"/>
          <p:cNvSpPr>
            <a:spLocks noGrp="1"/>
          </p:cNvSpPr>
          <p:nvPr>
            <p:ph type="title"/>
          </p:nvPr>
        </p:nvSpPr>
        <p:spPr/>
        <p:txBody>
          <a:bodyPr/>
          <a:lstStyle/>
          <a:p>
            <a:pPr algn="l">
              <a:defRPr sz="3200" b="1">
                <a:solidFill>
                  <a:srgbClr val="F8FAFC"/>
                </a:solidFill>
                <a:latin typeface="Segoe UI"/>
              </a:defRPr>
            </a:pPr>
            <a:r>
              <a:t>Impact of AI on Industries</a:t>
            </a:r>
          </a:p>
        </p:txBody>
      </p:sp>
      <p:sp>
        <p:nvSpPr>
          <p:cNvPr id="3" name="Content Placeholder 2"/>
          <p:cNvSpPr>
            <a:spLocks noGrp="1"/>
          </p:cNvSpPr>
          <p:nvPr>
            <p:ph idx="1"/>
          </p:nvPr>
        </p:nvSpPr>
        <p:spPr>
          <a:xfrm>
            <a:off x="914400" y="0"/>
            <a:ext cx="7315200" cy="0"/>
          </a:xfrm>
        </p:spPr>
        <p:txBody>
          <a:bodyPr/>
          <a:lstStyle/>
          <a:p>
            <a:pPr>
              <a:spcAft>
                <a:spcPts val="1400"/>
              </a:spcAft>
              <a:defRPr sz="1800">
                <a:solidFill>
                  <a:srgbClr val="F8FAFC"/>
                </a:solidFill>
                <a:latin typeface="Segoe UI"/>
              </a:defRPr>
            </a:pPr>
            <a:r>
              <a:t>Healthcare: AI-driven diagnostics and personalized medicine</a:t>
            </a:r>
          </a:p>
          <a:p>
            <a:pPr>
              <a:spcAft>
                <a:spcPts val="1400"/>
              </a:spcAft>
              <a:defRPr sz="1800">
                <a:solidFill>
                  <a:srgbClr val="F8FAFC"/>
                </a:solidFill>
                <a:latin typeface="Segoe UI"/>
              </a:defRPr>
            </a:pPr>
            <a:r>
              <a:t>Finance: AI for fraud detection and algorithmic trading</a:t>
            </a:r>
          </a:p>
          <a:p>
            <a:pPr>
              <a:spcAft>
                <a:spcPts val="1400"/>
              </a:spcAft>
              <a:defRPr sz="1800">
                <a:solidFill>
                  <a:srgbClr val="F8FAFC"/>
                </a:solidFill>
                <a:latin typeface="Segoe UI"/>
              </a:defRPr>
            </a:pPr>
            <a:r>
              <a:t>Transportation: Autonomous vehicles and smart traffic management</a:t>
            </a:r>
          </a:p>
          <a:p>
            <a:pPr>
              <a:spcAft>
                <a:spcPts val="1400"/>
              </a:spcAft>
              <a:defRPr sz="1800">
                <a:solidFill>
                  <a:srgbClr val="F8FAFC"/>
                </a:solidFill>
                <a:latin typeface="Segoe UI"/>
              </a:defRPr>
            </a:pPr>
            <a:r>
              <a:t>Manufacturing: AI-powered predictive maintenance and quality control</a:t>
            </a:r>
          </a:p>
        </p:txBody>
      </p:sp>
      <p:sp>
        <p:nvSpPr>
          <p:cNvPr id="7" name="Rectangle 6"/>
          <p:cNvSpPr/>
          <p:nvPr/>
        </p:nvSpPr>
        <p:spPr>
          <a:xfrm>
            <a:off x="457200" y="1188720"/>
            <a:ext cx="8229600" cy="73152"/>
          </a:xfrm>
          <a:prstGeom prst="rect">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sp>
        <p:nvSpPr>
          <p:cNvPr id="6" name="Rounded Rectangle 5"/>
          <p:cNvSpPr/>
          <p:nvPr/>
        </p:nvSpPr>
        <p:spPr>
          <a:xfrm>
            <a:off x="457200" y="1188720"/>
            <a:ext cx="8229600" cy="52120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37160" cy="6858000"/>
          </a:xfrm>
          <a:prstGeom prst="rect">
            <a:avLst/>
          </a:prstGeom>
          <a:solidFill>
            <a:srgbClr val="BA34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1371600"/>
            <a:ext cx="3657600" cy="3657600"/>
          </a:xfrm>
          <a:prstGeom prst="ellipse">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2" name="Title 1"/>
          <p:cNvSpPr>
            <a:spLocks noGrp="1"/>
          </p:cNvSpPr>
          <p:nvPr>
            <p:ph type="title"/>
          </p:nvPr>
        </p:nvSpPr>
        <p:spPr/>
        <p:txBody>
          <a:bodyPr/>
          <a:lstStyle/>
          <a:p>
            <a:pPr algn="l">
              <a:defRPr sz="3200" b="1">
                <a:solidFill>
                  <a:srgbClr val="F8FAFC"/>
                </a:solidFill>
                <a:latin typeface="Segoe UI"/>
              </a:defRPr>
            </a:pPr>
            <a:r>
              <a:t>Ethical Considerations and Challenges</a:t>
            </a:r>
          </a:p>
        </p:txBody>
      </p:sp>
      <p:sp>
        <p:nvSpPr>
          <p:cNvPr id="3" name="Content Placeholder 2"/>
          <p:cNvSpPr>
            <a:spLocks noGrp="1"/>
          </p:cNvSpPr>
          <p:nvPr>
            <p:ph idx="1"/>
          </p:nvPr>
        </p:nvSpPr>
        <p:spPr>
          <a:xfrm>
            <a:off x="914400" y="0"/>
            <a:ext cx="7315200" cy="0"/>
          </a:xfrm>
        </p:spPr>
        <p:txBody>
          <a:bodyPr/>
          <a:lstStyle/>
          <a:p>
            <a:pPr>
              <a:spcAft>
                <a:spcPts val="1400"/>
              </a:spcAft>
              <a:defRPr sz="1800">
                <a:solidFill>
                  <a:srgbClr val="F8FAFC"/>
                </a:solidFill>
                <a:latin typeface="Segoe UI"/>
              </a:defRPr>
            </a:pPr>
            <a:r>
              <a:t>Ensuring AI fairness and mitigating bias</a:t>
            </a:r>
          </a:p>
          <a:p>
            <a:pPr>
              <a:spcAft>
                <a:spcPts val="1400"/>
              </a:spcAft>
              <a:defRPr sz="1800">
                <a:solidFill>
                  <a:srgbClr val="F8FAFC"/>
                </a:solidFill>
                <a:latin typeface="Segoe UI"/>
              </a:defRPr>
            </a:pPr>
            <a:r>
              <a:t>Addressing privacy concerns and data security</a:t>
            </a:r>
          </a:p>
          <a:p>
            <a:pPr>
              <a:spcAft>
                <a:spcPts val="1400"/>
              </a:spcAft>
              <a:defRPr sz="1800">
                <a:solidFill>
                  <a:srgbClr val="F8FAFC"/>
                </a:solidFill>
                <a:latin typeface="Segoe UI"/>
              </a:defRPr>
            </a:pPr>
            <a:r>
              <a:t>Developing ethical guidelines for AI use</a:t>
            </a:r>
          </a:p>
          <a:p>
            <a:pPr>
              <a:spcAft>
                <a:spcPts val="1400"/>
              </a:spcAft>
              <a:defRPr sz="1800">
                <a:solidFill>
                  <a:srgbClr val="F8FAFC"/>
                </a:solidFill>
                <a:latin typeface="Segoe UI"/>
              </a:defRPr>
            </a:pPr>
            <a:r>
              <a:t>Balancing automation with job displacement and reskilling</a:t>
            </a:r>
          </a:p>
        </p:txBody>
      </p:sp>
      <p:sp>
        <p:nvSpPr>
          <p:cNvPr id="7" name="Rectangle 6"/>
          <p:cNvSpPr/>
          <p:nvPr/>
        </p:nvSpPr>
        <p:spPr>
          <a:xfrm>
            <a:off x="457200" y="1188720"/>
            <a:ext cx="8229600" cy="73152"/>
          </a:xfrm>
          <a:prstGeom prst="rect">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sp>
        <p:nvSpPr>
          <p:cNvPr id="6" name="Rounded Rectangle 5"/>
          <p:cNvSpPr/>
          <p:nvPr/>
        </p:nvSpPr>
        <p:spPr>
          <a:xfrm>
            <a:off x="457200" y="1188720"/>
            <a:ext cx="8229600" cy="52120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37160" cy="6858000"/>
          </a:xfrm>
          <a:prstGeom prst="rect">
            <a:avLst/>
          </a:prstGeom>
          <a:solidFill>
            <a:srgbClr val="BA34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1371600"/>
            <a:ext cx="3657600" cy="3657600"/>
          </a:xfrm>
          <a:prstGeom prst="ellipse">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2" name="Title 1"/>
          <p:cNvSpPr>
            <a:spLocks noGrp="1"/>
          </p:cNvSpPr>
          <p:nvPr>
            <p:ph type="title"/>
          </p:nvPr>
        </p:nvSpPr>
        <p:spPr/>
        <p:txBody>
          <a:bodyPr/>
          <a:lstStyle/>
          <a:p>
            <a:pPr algn="l">
              <a:defRPr sz="3200" b="1">
                <a:solidFill>
                  <a:srgbClr val="F8FAFC"/>
                </a:solidFill>
                <a:latin typeface="Segoe UI"/>
              </a:defRPr>
            </a:pPr>
            <a:r>
              <a:t>Conclusion</a:t>
            </a:r>
          </a:p>
        </p:txBody>
      </p:sp>
      <p:sp>
        <p:nvSpPr>
          <p:cNvPr id="3" name="Content Placeholder 2"/>
          <p:cNvSpPr>
            <a:spLocks noGrp="1"/>
          </p:cNvSpPr>
          <p:nvPr>
            <p:ph idx="1"/>
          </p:nvPr>
        </p:nvSpPr>
        <p:spPr>
          <a:xfrm>
            <a:off x="914400" y="0"/>
            <a:ext cx="7315200" cy="0"/>
          </a:xfrm>
        </p:spPr>
        <p:txBody>
          <a:bodyPr/>
          <a:lstStyle/>
          <a:p>
            <a:pPr>
              <a:spcAft>
                <a:spcPts val="1400"/>
              </a:spcAft>
              <a:defRPr sz="1800">
                <a:solidFill>
                  <a:srgbClr val="F8FAFC"/>
                </a:solidFill>
                <a:latin typeface="Segoe UI"/>
              </a:defRPr>
            </a:pPr>
            <a:r>
              <a:t>AI holds immense potential to transform industries and improve lives</a:t>
            </a:r>
          </a:p>
          <a:p>
            <a:pPr>
              <a:spcAft>
                <a:spcPts val="1400"/>
              </a:spcAft>
              <a:defRPr sz="1800">
                <a:solidFill>
                  <a:srgbClr val="F8FAFC"/>
                </a:solidFill>
                <a:latin typeface="Segoe UI"/>
              </a:defRPr>
            </a:pPr>
            <a:r>
              <a:t>Ethical considerations and responsible AI development are crucial</a:t>
            </a:r>
          </a:p>
          <a:p>
            <a:pPr>
              <a:spcAft>
                <a:spcPts val="1400"/>
              </a:spcAft>
              <a:defRPr sz="1800">
                <a:solidFill>
                  <a:srgbClr val="F8FAFC"/>
                </a:solidFill>
                <a:latin typeface="Segoe UI"/>
              </a:defRPr>
            </a:pPr>
            <a:r>
              <a:t>Continuous innovation and collaboration will shape the future of AI</a:t>
            </a:r>
          </a:p>
          <a:p>
            <a:pPr>
              <a:spcAft>
                <a:spcPts val="1400"/>
              </a:spcAft>
              <a:defRPr sz="1800">
                <a:solidFill>
                  <a:srgbClr val="F8FAFC"/>
                </a:solidFill>
                <a:latin typeface="Segoe UI"/>
              </a:defRPr>
            </a:pPr>
            <a:r>
              <a:t>Thank you for your attention. Questions and discussion welcome.</a:t>
            </a:r>
          </a:p>
        </p:txBody>
      </p:sp>
      <p:sp>
        <p:nvSpPr>
          <p:cNvPr id="7" name="Rectangle 6"/>
          <p:cNvSpPr/>
          <p:nvPr/>
        </p:nvSpPr>
        <p:spPr>
          <a:xfrm>
            <a:off x="457200" y="1188720"/>
            <a:ext cx="8229600" cy="73152"/>
          </a:xfrm>
          <a:prstGeom prst="rect">
            <a:avLst/>
          </a:prstGeom>
          <a:solidFill>
            <a:srgbClr val="583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