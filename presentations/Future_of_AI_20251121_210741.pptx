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look into the future of Artificial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growing fast</a:t>
            </a:r>
          </a:p>
          <a:p>
            <a:r>
              <a:t>Impact on society</a:t>
            </a:r>
          </a:p>
          <a:p>
            <a:r>
              <a:t>Future trends</a:t>
            </a:r>
          </a:p>
        </p:txBody>
      </p:sp>
      <p:pic>
        <p:nvPicPr>
          <p:cNvPr id="4" name="Picture 3" descr="artificial_intelligence_futu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</a:t>
            </a:r>
          </a:p>
          <a:p>
            <a:r>
              <a:t>Neural Networks</a:t>
            </a:r>
          </a:p>
          <a:p>
            <a:r>
              <a:t>Data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