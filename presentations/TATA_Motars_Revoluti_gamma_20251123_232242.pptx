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ATA_Motars__Revolutionizing_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57200"/>
            <a:ext cx="4114800" cy="5943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914400"/>
            <a:ext cx="41148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3200" b="1">
                <a:solidFill>
                  <a:srgbClr val="0A5C8C"/>
                </a:solidFill>
                <a:latin typeface="Segoe UI"/>
              </a:defRPr>
            </a:pPr>
            <a:r>
              <a:t>TATA Motars: Revolutionizing the Automotive Industry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41148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defRPr sz="1600">
                <a:solidFill>
                  <a:srgbClr val="0A5C8C"/>
                </a:solidFill>
                <a:latin typeface="Segoe UI"/>
              </a:defRPr>
            </a:pPr>
            <a:r>
              <a:t>This presentation provides an overview of TATA Motars, its innovations, market presence, and future prospects. It highlights the company's impact on the automotive industry and its commitment to sustainable mobility.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6B7280"/>
                </a:solidFill>
                <a:latin typeface="Segoe UI"/>
              </a:defRPr>
            </a:pPr>
            <a:r>
              <a:t>by AI Research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A5C8C"/>
                </a:solidFill>
                <a:latin typeface="Segoe UI"/>
              </a:defRPr>
            </a:pPr>
            <a:r>
              <a:t>TATA Motars: Pioneering Innovation in Automotive Technology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286000"/>
            <a:ext cx="6400800" cy="91440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4688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A5C8C"/>
                </a:solidFill>
                <a:latin typeface="Segoe UI"/>
              </a:defRPr>
            </a:pPr>
            <a:r>
              <a:t>• Introduction to TATA Motars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383280"/>
            <a:ext cx="6400800" cy="91440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35661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A5C8C"/>
                </a:solidFill>
                <a:latin typeface="Segoe UI"/>
              </a:defRPr>
            </a:pPr>
            <a:r>
              <a:t>• Overview of the company's history and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480560"/>
            <a:ext cx="6400800" cy="91440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466344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A5C8C"/>
                </a:solidFill>
                <a:latin typeface="Segoe UI"/>
              </a:defRPr>
            </a:pPr>
            <a:r>
              <a:t>• Key milestones and achievements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A5C8C"/>
                </a:solidFill>
                <a:latin typeface="Segoe UI"/>
              </a:defRPr>
            </a:pPr>
            <a:r>
              <a:t>Innovative Product 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574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Diverse range of vehicles including passenger cars, commercial vehicles, and electric vehicles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4290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Cutting-edge technology and design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8006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Commitment to sustainability and eco-friendly solutions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A5C8C"/>
                </a:solidFill>
                <a:latin typeface="Segoe UI"/>
              </a:defRPr>
            </a:pPr>
            <a:r>
              <a:t>Market Presence and Global Reach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3B82F6"/>
                </a:solidFill>
                <a:latin typeface="Segoe UI"/>
              </a:defRPr>
            </a:pPr>
            <a:r>
              <a:t>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0A5C8C"/>
                </a:solidFill>
                <a:latin typeface="Segoe UI"/>
              </a:defRPr>
            </a:pPr>
            <a:r>
              <a:t>Strong presence in domestic and international markets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828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192024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3B82F6"/>
                </a:solidFill>
                <a:latin typeface="Segoe UI"/>
              </a:defRPr>
            </a:pPr>
            <a:r>
              <a:t>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59" y="237744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0A5C8C"/>
                </a:solidFill>
                <a:latin typeface="Segoe UI"/>
              </a:defRPr>
            </a:pPr>
            <a:r>
              <a:t>Strategic partnerships and collaborations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20624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3B82F6"/>
                </a:solidFill>
                <a:latin typeface="Segoe UI"/>
              </a:defRPr>
            </a:pPr>
            <a:r>
              <a:t>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66344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0A5C8C"/>
                </a:solidFill>
                <a:latin typeface="Segoe UI"/>
              </a:defRPr>
            </a:pPr>
            <a:r>
              <a:t>Expansion into emerging markets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0A5C8C"/>
                </a:solidFill>
                <a:latin typeface="Segoe UI"/>
              </a:defRPr>
            </a:pPr>
            <a:r>
              <a:t>Future Prospects and Sustainability Initiatives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114800" cy="16459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A5C8C"/>
                </a:solidFill>
                <a:latin typeface="Segoe UI"/>
              </a:defRPr>
            </a:pPr>
            <a:r>
              <a:t>Focus on electric and autonomous vehicles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57600"/>
            <a:ext cx="4114800" cy="16459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93192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A5C8C"/>
                </a:solidFill>
                <a:latin typeface="Segoe UI"/>
              </a:defRPr>
            </a:pPr>
            <a:r>
              <a:t>Investment in research and development</a:t>
            </a:r>
          </a:p>
        </p:txBody>
      </p:sp>
      <p:pic>
        <p:nvPicPr>
          <p:cNvPr id="8" name="Picture 7" descr="tata_motars_future_electric_v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3200400" cy="2011680"/>
          </a:xfrm>
          <a:prstGeom prst="rect">
            <a:avLst/>
          </a:prstGeom>
        </p:spPr>
      </p:pic>
      <p:pic>
        <p:nvPicPr>
          <p:cNvPr id="9" name="Picture 8" descr="tata_motars_future_electric_v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3657600"/>
            <a:ext cx="320040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A5C8C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574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Recap of TATA Motars' achievements and innovations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4290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Emphasis on the company's commitment to sustainable mobility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8006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Final thoughts on the future of TATA Motars in the automotive industry</a:t>
            </a:r>
          </a:p>
        </p:txBody>
      </p:sp>
      <p:pic>
        <p:nvPicPr>
          <p:cNvPr id="10" name="Picture 9" descr="tata_motars_sustainable_mobil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47472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