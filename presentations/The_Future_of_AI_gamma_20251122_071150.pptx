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7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This presentation explores the advancements, impacts, and future trends of Artificial Intelligence. It covers technological progress, ethical considerations, and the potential of AI in shaping our world.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An exploration of AI's advancements and potential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Understanding the impacts and trends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Preparing for an AI-driven future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7" name="Rounded Rectangle 6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Current Advancements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Breakthroughs in machine learning and deep learning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Improvements in natural language processing and computer vision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Integration of AI in various industries and applications</a:t>
            </a:r>
          </a:p>
        </p:txBody>
      </p:sp>
      <p:pic>
        <p:nvPicPr>
          <p:cNvPr id="4" name="Picture 3" descr="AI_advancements_in_technolog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7" name="Rounded Rectangle 6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Ethical Considerations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Bias and fairness in AI algorithms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Privacy concerns and data security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Job displacement and the future of work</a:t>
            </a:r>
          </a:p>
        </p:txBody>
      </p:sp>
      <p:pic>
        <p:nvPicPr>
          <p:cNvPr id="4" name="Picture 3" descr="Ethical_challenges_i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7" name="Rounded Rectangle 6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Future Trends and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General AI and artificial superintelligence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in healthcare, education, and environmental conservation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The role of AI in space exploration and scientific discovery</a:t>
            </a:r>
          </a:p>
        </p:txBody>
      </p:sp>
      <p:pic>
        <p:nvPicPr>
          <p:cNvPr id="4" name="Picture 3" descr="Future_trends_i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7" name="Rounded Rectangle 6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is rapidly evolving and transforming industries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Addressing ethical challenges is crucial for responsible AI development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Embracing AI's potential while preparing for its impacts is key to shaping a better future</a:t>
            </a:r>
          </a:p>
        </p:txBody>
      </p:sp>
      <p:pic>
        <p:nvPicPr>
          <p:cNvPr id="4" name="Picture 3" descr="AI_future_potent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