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_Future_of_Farming_profes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_Future_of_Farming_profes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0A5C8C"/>
                </a:solidFill>
                <a:latin typeface="Segoe UI"/>
              </a:defRPr>
            </a:pPr>
            <a:r>
              <a:t>The Future of Farming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A5C8C"/>
                </a:solidFill>
                <a:latin typeface="Segoe UI"/>
              </a:defRPr>
            </a:pPr>
            <a:r>
              <a:t>This presentation explores the innovative trends and technologies shaping the future of farming, focusing on sustainability, efficiency, and technological advancements.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A5C8C"/>
                </a:solidFill>
                <a:latin typeface="Segoe UI"/>
              </a:defRPr>
            </a:pPr>
            <a:r>
              <a:t>The Future of Farming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An overview of emerging trends and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How farming is evolving to meet global demands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The importance of sustainability and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Precision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Use of GPS, sensors, and data analytics for targeted farming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Optimizing crop yields and reducing waste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Improving resource management and sustainability</a:t>
            </a:r>
          </a:p>
        </p:txBody>
      </p:sp>
      <p:pic>
        <p:nvPicPr>
          <p:cNvPr id="10" name="Picture 9" descr="precision_agriculture_techno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Vertical Farming and Urban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Growing crops in stacked layers, often in urban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Reducing land and water usage while increasing yield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Enhancing food security and reducing transportation costs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A5C8C"/>
                </a:solidFill>
                <a:latin typeface="Segoe UI"/>
              </a:defRPr>
            </a:pPr>
            <a:r>
              <a:t>Sustainable Farming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Adopting eco-friendly methods to reduce environmental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Implementing crop rotation, cover cropping, and organic farming</a:t>
            </a:r>
          </a:p>
        </p:txBody>
      </p:sp>
      <p:pic>
        <p:nvPicPr>
          <p:cNvPr id="8" name="Picture 7" descr="sustainable_farming_practi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sustainable_farming_practi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future of farming is driven by innovation and sustainability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Embracing technology and eco-friendly practices is crucial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Together, we can create a more efficient and resilient agricultural system</a:t>
            </a:r>
          </a:p>
        </p:txBody>
      </p:sp>
      <p:pic>
        <p:nvPicPr>
          <p:cNvPr id="10" name="Picture 9" descr="future_farming_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