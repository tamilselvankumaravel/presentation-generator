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Introduction to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provides a c</a:t>
            </a:r>
          </a:p>
          <a:p>
            <a:r>
              <a:t>omprehensive overview of Artif</a:t>
            </a:r>
          </a:p>
          <a:p>
            <a:r>
              <a:t>icial Intelligence, covering i</a:t>
            </a:r>
          </a:p>
          <a:p>
            <a:r>
              <a:t>ts definition, history, types,</a:t>
            </a:r>
          </a:p>
          <a:p>
            <a:r>
              <a:t>applications, and future tren</a:t>
            </a:r>
          </a:p>
          <a:p>
            <a:r>
              <a:t>ds. Designed for a professiona</a:t>
            </a:r>
          </a:p>
          <a:p>
            <a:r>
              <a:t>l audience, it aims to inform</a:t>
            </a:r>
          </a:p>
          <a:p>
            <a:r>
              <a:t>and engage while maintaining a</a:t>
            </a:r>
          </a:p>
          <a:p>
            <a:r>
              <a:t>clear and concise 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 Introduction to Artifi</a:t>
            </a:r>
          </a:p>
          <a:p>
            <a:r>
              <a:t>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Artificial Intelligence (AI) r</a:t>
            </a:r>
          </a:p>
          <a:p>
            <a:r>
              <a:t>efers to the simulation of hum</a:t>
            </a:r>
          </a:p>
          <a:p>
            <a:r>
              <a:t>an intelligence in machines.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AI enables machines to perform</a:t>
            </a:r>
          </a:p>
          <a:p>
            <a:r>
              <a:t>tasks that typically require</a:t>
            </a:r>
          </a:p>
          <a:p>
            <a:r>
              <a:t>human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This presentation will cover t</a:t>
            </a:r>
          </a:p>
          <a:p>
            <a:r>
              <a:t>he basics of AI, its history,</a:t>
            </a:r>
          </a:p>
          <a:p>
            <a:r>
              <a:t>types, applications, and futur</a:t>
            </a:r>
          </a:p>
          <a:p>
            <a:r>
              <a:t>e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 A Brief History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The concept of AI dates back t</a:t>
            </a:r>
          </a:p>
          <a:p>
            <a:r>
              <a:t>o ancient times, with myths an</a:t>
            </a:r>
          </a:p>
          <a:p>
            <a:r>
              <a:t>d stories of artificial beings</a:t>
            </a:r>
          </a:p>
          <a:p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Modern AI research began in th</a:t>
            </a:r>
          </a:p>
          <a:p>
            <a:r>
              <a:t>e 1950s with the Dartmouth Con</a:t>
            </a:r>
          </a:p>
          <a:p>
            <a:r>
              <a:t>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Key milestones include the dev</a:t>
            </a:r>
          </a:p>
          <a:p>
            <a:r>
              <a:t>elopment of expert systems, ma</a:t>
            </a:r>
          </a:p>
          <a:p>
            <a:r>
              <a:t>chine learning, and deep learn</a:t>
            </a:r>
          </a:p>
          <a:p>
            <a:r>
              <a:t>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Types of Artificial In</a:t>
            </a:r>
          </a:p>
          <a:p>
            <a:r>
              <a:t>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AI can be categorized into nar</a:t>
            </a:r>
          </a:p>
          <a:p>
            <a:r>
              <a:t>row AI, general AI, and superi</a:t>
            </a:r>
          </a:p>
          <a:p>
            <a:r>
              <a:t>ntelligent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Narrow AI is designed for a sp</a:t>
            </a:r>
          </a:p>
          <a:p>
            <a:r>
              <a:t>ecific task, such as speech re</a:t>
            </a:r>
          </a:p>
          <a:p>
            <a:r>
              <a:t>cognition or image classificat</a:t>
            </a:r>
          </a:p>
          <a:p>
            <a:r>
              <a:t>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General AI, also known as stro</a:t>
            </a:r>
          </a:p>
          <a:p>
            <a:r>
              <a:t>ng AI, has the ability to perf</a:t>
            </a:r>
          </a:p>
          <a:p>
            <a:r>
              <a:t>orm any intellectual task that</a:t>
            </a:r>
          </a:p>
          <a:p>
            <a:r>
              <a:t>a human can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Superintelligent AI refers to</a:t>
            </a:r>
          </a:p>
          <a:p>
            <a:r>
              <a:t>AI that possesses intelligence</a:t>
            </a:r>
          </a:p>
          <a:p>
            <a:r>
              <a:t>far surpassing that of the br</a:t>
            </a:r>
          </a:p>
          <a:p>
            <a:r>
              <a:t>ightest and most gifted human</a:t>
            </a:r>
          </a:p>
          <a:p>
            <a:r>
              <a:t>minds.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 Applications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AI is used in various fields,</a:t>
            </a:r>
          </a:p>
          <a:p>
            <a:r>
              <a:t>including healthcare, finance,</a:t>
            </a:r>
          </a:p>
          <a:p>
            <a:r>
              <a:t>automotive, and customer serv</a:t>
            </a:r>
          </a:p>
          <a:p>
            <a:r>
              <a:t>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In healthcare, AI helps in dis</a:t>
            </a:r>
          </a:p>
          <a:p>
            <a:r>
              <a:t>ease diagnosis, drug discovery</a:t>
            </a:r>
          </a:p>
          <a:p>
            <a:r>
              <a:t>, and personalized treatment p</a:t>
            </a:r>
          </a:p>
          <a:p>
            <a:r>
              <a:t>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In finance, AI is used for fra</a:t>
            </a:r>
          </a:p>
          <a:p>
            <a:r>
              <a:t>ud detection, algorithmic trad</a:t>
            </a:r>
          </a:p>
          <a:p>
            <a:r>
              <a:t>ing, and risk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In the automotive industry, AI</a:t>
            </a:r>
          </a:p>
          <a:p>
            <a:r>
              <a:t>powers self-driving cars and</a:t>
            </a:r>
          </a:p>
          <a:p>
            <a:r>
              <a:t>advanced driver-assistance sys</a:t>
            </a:r>
          </a:p>
          <a:p>
            <a:r>
              <a:t>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Conclusion and Future</a:t>
            </a:r>
          </a:p>
          <a:p>
            <a:r>
              <a:t>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AI is a rapidly evolving field</a:t>
            </a:r>
          </a:p>
          <a:p>
            <a:r>
              <a:t>with immense potential to tra</a:t>
            </a:r>
          </a:p>
          <a:p>
            <a:r>
              <a:t>nsform industries and society.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Future trends include the deve</a:t>
            </a:r>
          </a:p>
          <a:p>
            <a:r>
              <a:t>lopment of more advanced AI al</a:t>
            </a:r>
          </a:p>
          <a:p>
            <a:r>
              <a:t>gorithms, increased adoption o</a:t>
            </a:r>
          </a:p>
          <a:p>
            <a:r>
              <a:t>f AI in various sectors, and t</a:t>
            </a:r>
          </a:p>
          <a:p>
            <a:r>
              <a:t>he ethical and regulatory chal</a:t>
            </a:r>
          </a:p>
          <a:p>
            <a:r>
              <a:t>lenges that come with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Staying informed about AI and</a:t>
            </a:r>
          </a:p>
          <a:p>
            <a:r>
              <a:t>its developments is crucial fo</a:t>
            </a:r>
          </a:p>
          <a:p>
            <a:r>
              <a:t>r professionals in all fields.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