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0066CC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The Future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505050"/>
                </a:solidFill>
              </a:defRPr>
            </a:pPr>
            <a:r>
              <a:t>This presentation explores the future of Artificial Intelligence, its potential impact on various sectors, and the ethical considerations surrounding its development and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1. The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 exploration of AI's potential and impact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Understanding the trends and ethical considerations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Presented by [Your Name]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2. Current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Machine Learning and Deep Learning advancements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Natural Language Processing (NLP) and Computer Vision improvements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Increased adoption of AI in various industries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Growth of AI ethics and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3. AI's Potential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Revolutionizing healthcare with personalized medicine and early diagnostics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Transforming education through personalized learning and intelligent tutoring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Enhancing climate modeling and disaster prediction for environmental conservation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Driving innovation in transportation with autonomous vehicles and smart cities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4. Ethical Considerations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Bias and fairness in AI algorithms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Privacy and security concerns with AI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Job displacement and the future of 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Accountability and transparency in AI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AI's potential is vast and transformative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Ethical considerations must guide AI development and adoption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Collaboration between stakeholders is crucial for responsible AI advancement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future of AI is in our hands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