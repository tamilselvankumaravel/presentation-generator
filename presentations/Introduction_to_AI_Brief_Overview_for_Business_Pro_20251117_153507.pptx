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Introduction to AI: Brief Overview for Business Professionals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99CC"/>
                </a:solidFill>
              </a:defRPr>
            </a:pPr>
            <a:r>
              <a:t>This presentation provides a succinct introduction to Artificial Intelligence (AI) with emphasis on its impact, potentials and business applications.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Understanding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Artificial intelligence refers to the ability of machines or software to imitate human-like cognition including learning and problem solving.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can be categorized into two types: narrow/weak AI that performs specific tasks, such as facial recognition apps; general (or strong) AI with full understanding comparable to a human mind.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The History and Evolution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was initially conceptualized during the mid-to-late 1900s with Alan Turing's pioneering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Early AI research focused on problem solving, but interest waned until a resurgence in machine learning and deep learning technologies.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The Current State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Today's AI systems can perform complex tasks such as language translation and medical diagnoses.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has become an integral part of business operations with applications in customer service (chatbots), marketing, supply chain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The Future Prospects for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continues to evolve with the progress of machine learning and neural networks. Its potential applications are vast.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Ethical considerations regarding privacy, job displacement due to automation is becoming a topic.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Conclusion: Embracing AI in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As we look forward into the future of business with artificial intelligence as an 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It's imperative for professionals to understand and adapt to these changes. The responsible implementation is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