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0F172A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4155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F172A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-1828800" y="0"/>
            <a:ext cx="274320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-1188720" y="0"/>
            <a:ext cx="2743200" cy="6858000"/>
          </a:xfrm>
          <a:prstGeom prst="rect">
            <a:avLst/>
          </a:prstGeom>
          <a:solidFill>
            <a:srgbClr val="06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-548640" y="0"/>
            <a:ext cx="2743200" cy="6858000"/>
          </a:xfrm>
          <a:prstGeom prst="rect">
            <a:avLst/>
          </a:prstGeom>
          <a:solidFill>
            <a:srgbClr val="075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91439" y="0"/>
            <a:ext cx="2743200" cy="6858000"/>
          </a:xfrm>
          <a:prstGeom prst="rect">
            <a:avLst/>
          </a:prstGeom>
          <a:solidFill>
            <a:srgbClr val="07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31519" y="0"/>
            <a:ext cx="2743200" cy="6858000"/>
          </a:xfrm>
          <a:prstGeom prst="rect">
            <a:avLst/>
          </a:prstGeom>
          <a:solidFill>
            <a:srgbClr val="086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1371600" y="0"/>
            <a:ext cx="2743200" cy="6858000"/>
          </a:xfrm>
          <a:prstGeom prst="rect">
            <a:avLst/>
          </a:prstGeom>
          <a:solidFill>
            <a:srgbClr val="086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2011679" y="0"/>
            <a:ext cx="2743200" cy="6858000"/>
          </a:xfrm>
          <a:prstGeom prst="rect">
            <a:avLst/>
          </a:prstGeom>
          <a:solidFill>
            <a:srgbClr val="09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2651759" y="0"/>
            <a:ext cx="2743200" cy="6858000"/>
          </a:xfrm>
          <a:prstGeom prst="rect">
            <a:avLst/>
          </a:prstGeom>
          <a:solidFill>
            <a:srgbClr val="0A7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291839" y="0"/>
            <a:ext cx="2743200" cy="6858000"/>
          </a:xfrm>
          <a:prstGeom prst="rect">
            <a:avLst/>
          </a:prstGeom>
          <a:solidFill>
            <a:srgbClr val="0A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3931920" y="0"/>
            <a:ext cx="2743200" cy="6858000"/>
          </a:xfrm>
          <a:prstGeom prst="rect">
            <a:avLst/>
          </a:prstGeom>
          <a:solidFill>
            <a:srgbClr val="0B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4572000" y="0"/>
            <a:ext cx="2743200" cy="6858000"/>
          </a:xfrm>
          <a:prstGeom prst="rect">
            <a:avLst/>
          </a:prstGeom>
          <a:solidFill>
            <a:srgbClr val="0B8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5212079" y="0"/>
            <a:ext cx="2743200" cy="6858000"/>
          </a:xfrm>
          <a:prstGeom prst="rect">
            <a:avLst/>
          </a:prstGeom>
          <a:solidFill>
            <a:srgbClr val="0C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5852159" y="0"/>
            <a:ext cx="2743200" cy="6858000"/>
          </a:xfrm>
          <a:prstGeom prst="rect">
            <a:avLst/>
          </a:prstGeom>
          <a:solidFill>
            <a:srgbClr val="0C9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800000">
            <a:off x="6492240" y="0"/>
            <a:ext cx="2743200" cy="6858000"/>
          </a:xfrm>
          <a:prstGeom prst="rect">
            <a:avLst/>
          </a:prstGeom>
          <a:solidFill>
            <a:srgbClr val="0D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800000">
            <a:off x="7132319" y="0"/>
            <a:ext cx="27432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This slide has NO image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It should use full width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