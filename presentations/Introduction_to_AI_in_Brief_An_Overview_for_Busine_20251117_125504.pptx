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AI in Brief: An Overview for Business Leaders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provides an essential introduction to the role of Artificial Intelligence (AI) within modern businesses, emphasizing its transformative impact and future potential.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Understanding AI: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Artificial intelligence is the simulation of human intelligence in machines that are programmed to think like humans and replicate their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can perform tasks such as recognizing speech, making decisions, and translating languages with minimal human intervention.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There are two main types of AI: narrow or weak AI, which is designed for specific tasks, and general or strong AI, aiming to achieve comprehensive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AI's Role in Business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Artificial intelligence drives efficiency by automating repetitive tasks and reducing human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It enhances customer experience through personalized recommendations and support via chatbots or virtual assistants.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Strategic decision-making is improved with predictive analytics, allowing businesses to anticipate market trends and consumer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Ethical Considerations in AI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 ethical use of AI is crucial for maintaining trust between businesses and consumers.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Potential biases within algorithms can lead to unfair treatment or discrimination if not carefully managed.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Transparency about data usage, privacy concerns, and the human impact on job displacement must be addressed.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The Future of AI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Emerging technologies like quantum computing may further enhance AI capabilities.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Collaboration between businesses and tech startups is vital for innovative applications that can disrupt traditional industries.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Continuous learning, adaptation to new algorithms, and upskilling of the workforce are essential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Conclusion: Embracing AI for 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Adaptation of AI within businesses is no longer optional but a necessity to remain competitive.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Understanding and addressing the ethical implications are crucial in gaining public trust and maintaining corporate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Embracing change while ensuring responsible use can lead to sustainable success through 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