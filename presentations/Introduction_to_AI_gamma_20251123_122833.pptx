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troduction_to_AI_professio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troduction_to_AI_professio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71600"/>
            <a:ext cx="3200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6400" b="1">
                <a:solidFill>
                  <a:srgbClr val="0A5C8C"/>
                </a:solidFill>
                <a:latin typeface="Segoe UI"/>
              </a:defRPr>
            </a:pPr>
            <a:r>
              <a:t>Introduction to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0A5C8C"/>
                </a:solidFill>
                <a:latin typeface="Segoe UI"/>
              </a:defRPr>
            </a:pPr>
            <a:r>
              <a:t>This presentation provides a comprehensive overview of Artificial Intelligence, its history, applications, and future trends. It is designed to be informative and engaging for a professional audience.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6B7280"/>
                </a:solidFill>
                <a:latin typeface="Segoe UI"/>
              </a:defRPr>
            </a:pPr>
            <a:r>
              <a:t>by AI Research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0A5C8C"/>
                </a:solidFill>
                <a:latin typeface="Segoe UI"/>
              </a:defRPr>
            </a:pPr>
            <a:r>
              <a:t>Introduction to Artificial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688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Welcome to our presentation on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3832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5661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Understanding the basics and impact of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48056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6634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A5C8C"/>
                </a:solidFill>
                <a:latin typeface="Segoe UI"/>
              </a:defRPr>
            </a:pPr>
            <a:r>
              <a:t>• Exploring the future of AI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What is Artificial Intelligence?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Definition of AI: Simulating human intelligence in machines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Key components: Learning, reasoning, problem-solving, perception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Types of AI: Narrow AI, General AI, Superintelligent AI</a:t>
            </a:r>
          </a:p>
        </p:txBody>
      </p:sp>
      <p:pic>
        <p:nvPicPr>
          <p:cNvPr id="10" name="Picture 9" descr="Artificial_Intelligence_diagr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History and Evolution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Early beginnings: Alan Turing and the Turing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560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9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Milestones: Expert systems, Machine Learning, Deep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3657600" cy="201168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Segoe UI"/>
              </a:defRPr>
            </a:pPr>
            <a: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300">
                <a:solidFill>
                  <a:srgbClr val="0A5C8C"/>
                </a:solidFill>
                <a:latin typeface="Segoe UI"/>
              </a:defRPr>
            </a:pPr>
            <a:r>
              <a:t>Recent advancements: Neural networks, Natural Language Processing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A5C8C"/>
                </a:solidFill>
                <a:latin typeface="Segoe UI"/>
              </a:defRPr>
            </a:pPr>
            <a:r>
              <a:t>Applications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Healthcare: Disease diagnosis, drug discovery, personalized medicine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4114800" cy="16459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0A5C8C"/>
                </a:solidFill>
                <a:latin typeface="Segoe UI"/>
              </a:defRPr>
            </a:pPr>
            <a:r>
              <a:t>Finance: Fraud detection, algorithmic trading, customer service</a:t>
            </a:r>
          </a:p>
        </p:txBody>
      </p:sp>
      <p:pic>
        <p:nvPicPr>
          <p:cNvPr id="8" name="Picture 7" descr="AI_applications_in_various_i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200400" cy="2011680"/>
          </a:xfrm>
          <a:prstGeom prst="rect">
            <a:avLst/>
          </a:prstGeom>
        </p:spPr>
      </p:pic>
      <p:pic>
        <p:nvPicPr>
          <p:cNvPr id="9" name="Picture 8" descr="AI_applications_in_various_i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3657600"/>
            <a:ext cx="32004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0A5C8C"/>
                </a:solidFill>
                <a:latin typeface="Segoe UI"/>
              </a:defRPr>
            </a:pPr>
            <a:r>
              <a:t>Conclusion and Future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74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Recap of key points discussed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429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The future of AI: Opportunities and 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840480" cy="1188720"/>
          </a:xfrm>
          <a:prstGeom prst="roundRect">
            <a:avLst>
              <a:gd name="adj" fmla="val 10000"/>
            </a:avLst>
          </a:prstGeom>
          <a:solidFill>
            <a:srgbClr val="D4E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006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5C8C"/>
                </a:solidFill>
                <a:latin typeface="Segoe UI"/>
              </a:defRPr>
            </a:pPr>
            <a:r>
              <a:t>Encouraging further learning and exploration in AI</a:t>
            </a:r>
          </a:p>
        </p:txBody>
      </p:sp>
      <p:pic>
        <p:nvPicPr>
          <p:cNvPr id="10" name="Picture 9" descr="Future_of_AI_techn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