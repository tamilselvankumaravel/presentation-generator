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_Future_of_AI_abstract_b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0000"/>
              </a:lnSpc>
              <a:defRPr sz="11000" b="1">
                <a:solidFill>
                  <a:srgbClr val="FFFFFF"/>
                </a:solidFill>
                <a:latin typeface="Segoe UI"/>
              </a:defRPr>
            </a:pPr>
            <a:r>
              <a:t>The Future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DCDCDC"/>
                </a:solidFill>
                <a:latin typeface="Segoe UI"/>
              </a:defRPr>
            </a:pPr>
            <a:r>
              <a:t>This presentation explores the current trends, potential advancements, and ethical considerations in the field of artificial intelligence. It provides insights into how AI might shape our future.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144000" cy="777240"/>
          </a:xfrm>
          <a:prstGeom prst="rect">
            <a:avLst/>
          </a:prstGeom>
          <a:solidFill>
            <a:srgbClr val="542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9144000" cy="777240"/>
          </a:xfrm>
          <a:prstGeom prst="rect">
            <a:avLst/>
          </a:prstGeom>
          <a:solidFill>
            <a:srgbClr val="513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57400"/>
            <a:ext cx="9144000" cy="777240"/>
          </a:xfrm>
          <a:prstGeom prst="rect">
            <a:avLst/>
          </a:prstGeom>
          <a:solidFill>
            <a:srgbClr val="4E3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9144000" cy="777240"/>
          </a:xfrm>
          <a:prstGeom prst="rect">
            <a:avLst/>
          </a:prstGeom>
          <a:solidFill>
            <a:srgbClr val="4B4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429000"/>
            <a:ext cx="9144000" cy="777240"/>
          </a:xfrm>
          <a:prstGeom prst="rect">
            <a:avLst/>
          </a:prstGeom>
          <a:solidFill>
            <a:srgbClr val="475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9144000" cy="777240"/>
          </a:xfrm>
          <a:prstGeom prst="rect">
            <a:avLst/>
          </a:prstGeom>
          <a:solidFill>
            <a:srgbClr val="44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00600"/>
            <a:ext cx="9144000" cy="777240"/>
          </a:xfrm>
          <a:prstGeom prst="rect">
            <a:avLst/>
          </a:prstGeom>
          <a:solidFill>
            <a:srgbClr val="416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486400"/>
            <a:ext cx="9144000" cy="777240"/>
          </a:xfrm>
          <a:prstGeom prst="rect">
            <a:avLst/>
          </a:prstGeom>
          <a:solidFill>
            <a:srgbClr val="3E7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91440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defRPr sz="9000" b="1">
                <a:solidFill>
                  <a:srgbClr val="FFFFFF"/>
                </a:solidFill>
                <a:latin typeface="Segoe UI"/>
              </a:defRPr>
            </a:pPr>
            <a:r>
              <a:t>The Future of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Presented by [Your Name]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Date: [Presentation Date]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Exploring the next decade of artificial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rent_trends_in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84048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400" b="1">
                <a:solidFill>
                  <a:srgbClr val="FFFFFF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Rapid advancements in machine learning and deep learning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Increased adoption of AI in various industries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Growth of AI ethics and governance frameworks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Rise of AI-powered automation and robotics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tential_advancements_in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defRPr sz="8000" b="1">
                <a:solidFill>
                  <a:srgbClr val="FFFFFF"/>
                </a:solidFill>
                <a:latin typeface="Segoe UI"/>
              </a:defRPr>
            </a:pPr>
            <a:r>
              <a:t>Potential Advancements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E6E6E6"/>
                </a:solidFill>
                <a:latin typeface="Segoe UI"/>
              </a:defRPr>
            </a:pPr>
            <a:r>
              <a:t>• General AI: Moving towards artificial general intelligence (AGI)</a:t>
            </a:r>
          </a:p>
          <a:p>
            <a:pPr algn="ctr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E6E6E6"/>
                </a:solidFill>
                <a:latin typeface="Segoe UI"/>
              </a:defRPr>
            </a:pPr>
            <a:r>
              <a:t>• Explainable AI: Improving transparency and interpretability</a:t>
            </a:r>
          </a:p>
          <a:p>
            <a:pPr algn="ctr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E6E6E6"/>
                </a:solidFill>
                <a:latin typeface="Segoe UI"/>
              </a:defRPr>
            </a:pPr>
            <a:r>
              <a:t>• AI in healthcare: Revolutionizing diagnostics and treatment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thical_considerations_in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7200" b="1">
                <a:solidFill>
                  <a:srgbClr val="FFFFFF"/>
                </a:solidFill>
                <a:latin typeface="Segoe UI"/>
              </a:defRPr>
            </a:pPr>
            <a:r>
              <a:t>Ethical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Bias and fairness in AI algorithms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Privacy and security concerns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Job displacement and the future of work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Accountability and regulation of AI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ture_of_AI_conclu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84048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4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The future of AI holds immense potential and significant challenges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Collaboration between technologists, policymakers, and society is crucial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Stay informed and engaged as AI continues to evolve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