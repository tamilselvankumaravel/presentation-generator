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286000"/>
            <a:ext cx="6400800" cy="1371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91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7315200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800" b="1">
                <a:solidFill>
                  <a:srgbClr val="F8FAFC"/>
                </a:solidFill>
                <a:latin typeface="Segoe UI"/>
              </a:defRPr>
            </a:pPr>
            <a:r>
              <a:t>Multi-Theme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800">
                <a:solidFill>
                  <a:srgbClr val="94A3B8"/>
                </a:solidFill>
                <a:latin typeface="Segoe UI"/>
              </a:defRPr>
            </a:pPr>
            <a:r>
              <a:t>Testing random themes and layouts.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6400800" cy="3017520"/>
          </a:xfrm>
          <a:prstGeom prst="roundRect">
            <a:avLst>
              <a:gd name="adj" fmla="val 5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F8FAFC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0"/>
            <a:ext cx="4114800" cy="0"/>
          </a:xfrm>
        </p:spPr>
        <p:txBody>
          <a:bodyPr/>
          <a:lstStyle/>
          <a:p>
            <a:pPr>
              <a:spcAft>
                <a:spcPts val="12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This slide should have an image</a:t>
            </a:r>
          </a:p>
          <a:p>
            <a:pPr>
              <a:spcAft>
                <a:spcPts val="12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Layout should be two-column</a:t>
            </a:r>
          </a:p>
          <a:p>
            <a:pPr>
              <a:spcAft>
                <a:spcPts val="12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Theme colors should be consistent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8229600" cy="5212080"/>
          </a:xfrm>
          <a:prstGeom prst="roundRect">
            <a:avLst>
              <a:gd name="adj" fmla="val 5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82296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lorful_abstract_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828800"/>
            <a:ext cx="3200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F8FAFC"/>
                </a:solidFill>
                <a:latin typeface="Segoe UI"/>
              </a:defRPr>
            </a:pPr>
            <a:r>
              <a:t>Text Only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0"/>
            <a:ext cx="7315200" cy="0"/>
          </a:xfrm>
        </p:spPr>
        <p:txBody>
          <a:bodyPr/>
          <a:lstStyle/>
          <a:p>
            <a:pPr>
              <a:spcAft>
                <a:spcPts val="12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This slide has NO image</a:t>
            </a:r>
          </a:p>
          <a:p>
            <a:pPr>
              <a:spcAft>
                <a:spcPts val="12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It should use full width</a:t>
            </a:r>
          </a:p>
          <a:p>
            <a:pPr>
              <a:spcAft>
                <a:spcPts val="1200"/>
              </a:spcAft>
              <a:defRPr sz="1600">
                <a:solidFill>
                  <a:srgbClr val="F8FAFC"/>
                </a:solidFill>
                <a:latin typeface="Segoe UI"/>
              </a:defRPr>
            </a:pPr>
            <a:r>
              <a:t>Text should be readable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8229600" cy="5212080"/>
          </a:xfrm>
          <a:prstGeom prst="roundRect">
            <a:avLst>
              <a:gd name="adj" fmla="val 5000"/>
            </a:avLst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82296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