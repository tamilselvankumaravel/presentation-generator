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1828800"/>
          </a:xfrm>
        </p:spPr>
        <p:txBody>
          <a:bodyPr/>
          <a:lstStyle/>
          <a:p>
            <a:pPr>
              <a:defRPr sz="4400" b="1">
                <a:solidFill>
                  <a:srgbClr val="00FFFF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114800"/>
            <a:ext cx="7315200" cy="91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 sz="2400">
                <a:solidFill>
                  <a:srgbClr val="FF00FF"/>
                </a:solidFill>
                <a:latin typeface="Arial"/>
              </a:defRPr>
            </a:pPr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pPr algn="l">
              <a:defRPr sz="3200" b="1">
                <a:solidFill>
                  <a:srgbClr val="00FFFF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229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Multi-Theme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C8C8C8"/>
                </a:solidFill>
              </a:defRPr>
            </a:pPr>
            <a:r>
              <a:t>Testing random themes and layouts.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572000" cy="0"/>
          </a:xfrm>
        </p:spPr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This slide should have an image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Layout should be two-column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Theme colors should be consistent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2. Text Only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This slide has NO image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It should use full width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Text should be readable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