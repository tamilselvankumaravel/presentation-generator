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Electric_Vehi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Electric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technological advancements, and future predictions in the electric vehicle industry, highlighting the benefits and challenges ahead.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Electric Vehicles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Introduction to the growing importance of electric vehicles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Overview of current market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Key factors driving the EV revolution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the EV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growth in EV adoption and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Expansion of charging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Increasing variety of EV models and types</a:t>
            </a:r>
          </a:p>
        </p:txBody>
      </p:sp>
      <p:pic>
        <p:nvPicPr>
          <p:cNvPr id="10" name="Picture 9" descr="future_of_electric_vechile_c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Technological Advancements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Improvements in battery technology and energy density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Development of solid-state batteries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Advancements in autonomous driving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2062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663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200">
                <a:solidFill>
                  <a:srgbClr val="0A5C8C"/>
                </a:solidFill>
                <a:latin typeface="Segoe UI"/>
              </a:defRPr>
            </a:pPr>
            <a:r>
              <a:t>Integration of vehicle-to-grid (V2G)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Future Predictions and Innovations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Projected market growth and adoption rates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Emerging technologies like wireless charging</a:t>
            </a:r>
          </a:p>
        </p:txBody>
      </p:sp>
      <p:pic>
        <p:nvPicPr>
          <p:cNvPr id="8" name="Picture 7" descr="future_of_electric_vechile_f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electric_vechile_f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Recap of key points discussed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electric vehicles is bright and promising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Continued innovation and investment are crucial for sustained growth</a:t>
            </a:r>
          </a:p>
        </p:txBody>
      </p:sp>
      <p:pic>
        <p:nvPicPr>
          <p:cNvPr id="10" name="Picture 9" descr="future_of_electric_vechile_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