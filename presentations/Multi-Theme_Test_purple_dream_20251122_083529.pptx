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17320" y="1874520"/>
            <a:ext cx="6400800" cy="32004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1828800"/>
            <a:ext cx="640080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7600" b="1">
                <a:solidFill>
                  <a:srgbClr val="1E293B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75569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1500"/>
            <a:ext cx="9144000" cy="662940"/>
          </a:xfrm>
          <a:prstGeom prst="rect">
            <a:avLst/>
          </a:prstGeom>
          <a:solidFill>
            <a:srgbClr val="552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9144000" cy="662940"/>
          </a:xfrm>
          <a:prstGeom prst="rect">
            <a:avLst/>
          </a:prstGeom>
          <a:solidFill>
            <a:srgbClr val="522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714500"/>
            <a:ext cx="9144000" cy="662940"/>
          </a:xfrm>
          <a:prstGeom prst="rect">
            <a:avLst/>
          </a:prstGeom>
          <a:solidFill>
            <a:srgbClr val="503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86000"/>
            <a:ext cx="9144000" cy="662940"/>
          </a:xfrm>
          <a:prstGeom prst="rect">
            <a:avLst/>
          </a:prstGeom>
          <a:solidFill>
            <a:srgbClr val="4D4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857500"/>
            <a:ext cx="9144000" cy="662940"/>
          </a:xfrm>
          <a:prstGeom prst="rect">
            <a:avLst/>
          </a:prstGeom>
          <a:solidFill>
            <a:srgbClr val="4A4A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3429000"/>
            <a:ext cx="9144000" cy="662940"/>
          </a:xfrm>
          <a:prstGeom prst="rect">
            <a:avLst/>
          </a:prstGeom>
          <a:solidFill>
            <a:srgbClr val="485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000500"/>
            <a:ext cx="9144000" cy="662940"/>
          </a:xfrm>
          <a:prstGeom prst="rect">
            <a:avLst/>
          </a:prstGeom>
          <a:solidFill>
            <a:srgbClr val="455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4572000"/>
            <a:ext cx="9144000" cy="662940"/>
          </a:xfrm>
          <a:prstGeom prst="rect">
            <a:avLst/>
          </a:prstGeom>
          <a:solidFill>
            <a:srgbClr val="426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43500"/>
            <a:ext cx="9144000" cy="662940"/>
          </a:xfrm>
          <a:prstGeom prst="rect">
            <a:avLst/>
          </a:prstGeom>
          <a:solidFill>
            <a:srgbClr val="406F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15000"/>
            <a:ext cx="9144000" cy="662940"/>
          </a:xfrm>
          <a:prstGeom prst="rect">
            <a:avLst/>
          </a:prstGeom>
          <a:solidFill>
            <a:srgbClr val="3D7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286500"/>
            <a:ext cx="9144000" cy="6629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96012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914400"/>
            <a:ext cx="45720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371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60320"/>
            <a:ext cx="3657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This slide should have an image</a:t>
            </a:r>
          </a:p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Layout should be two-column</a:t>
            </a:r>
          </a:p>
          <a:p>
            <a:pPr>
              <a:spcAft>
                <a:spcPts val="16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1280160"/>
            <a:ext cx="3383280" cy="429768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00000">
            <a:off x="-1828800" y="0"/>
            <a:ext cx="2743200" cy="6858000"/>
          </a:xfrm>
          <a:prstGeom prst="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800000">
            <a:off x="-1188720" y="0"/>
            <a:ext cx="2743200" cy="6858000"/>
          </a:xfrm>
          <a:prstGeom prst="rect">
            <a:avLst/>
          </a:prstGeom>
          <a:solidFill>
            <a:srgbClr val="552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-548640" y="0"/>
            <a:ext cx="2743200" cy="6858000"/>
          </a:xfrm>
          <a:prstGeom prst="rect">
            <a:avLst/>
          </a:prstGeom>
          <a:solidFill>
            <a:srgbClr val="532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800000">
            <a:off x="91439" y="0"/>
            <a:ext cx="2743200" cy="6858000"/>
          </a:xfrm>
          <a:prstGeom prst="rect">
            <a:avLst/>
          </a:prstGeom>
          <a:solidFill>
            <a:srgbClr val="513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800000">
            <a:off x="731519" y="0"/>
            <a:ext cx="2743200" cy="6858000"/>
          </a:xfrm>
          <a:prstGeom prst="rect">
            <a:avLst/>
          </a:prstGeom>
          <a:solidFill>
            <a:srgbClr val="4F3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800000">
            <a:off x="1371600" y="0"/>
            <a:ext cx="2743200" cy="6858000"/>
          </a:xfrm>
          <a:prstGeom prst="rect">
            <a:avLst/>
          </a:prstGeom>
          <a:solidFill>
            <a:srgbClr val="4D4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800000">
            <a:off x="2011679" y="0"/>
            <a:ext cx="2743200" cy="6858000"/>
          </a:xfrm>
          <a:prstGeom prst="rect">
            <a:avLst/>
          </a:prstGeom>
          <a:solidFill>
            <a:srgbClr val="4B4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00000">
            <a:off x="2651759" y="0"/>
            <a:ext cx="2743200" cy="6858000"/>
          </a:xfrm>
          <a:prstGeom prst="rect">
            <a:avLst/>
          </a:prstGeom>
          <a:solidFill>
            <a:srgbClr val="49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3291839" y="0"/>
            <a:ext cx="2743200" cy="6858000"/>
          </a:xfrm>
          <a:prstGeom prst="rect">
            <a:avLst/>
          </a:prstGeom>
          <a:solidFill>
            <a:srgbClr val="475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800000">
            <a:off x="3931920" y="0"/>
            <a:ext cx="2743200" cy="6858000"/>
          </a:xfrm>
          <a:prstGeom prst="rect">
            <a:avLst/>
          </a:prstGeom>
          <a:solidFill>
            <a:srgbClr val="455D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800000">
            <a:off x="4572000" y="0"/>
            <a:ext cx="2743200" cy="6858000"/>
          </a:xfrm>
          <a:prstGeom prst="rect">
            <a:avLst/>
          </a:prstGeom>
          <a:solidFill>
            <a:srgbClr val="43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">
            <a:off x="5212079" y="0"/>
            <a:ext cx="2743200" cy="6858000"/>
          </a:xfrm>
          <a:prstGeom prst="rect">
            <a:avLst/>
          </a:prstGeom>
          <a:solidFill>
            <a:srgbClr val="416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800000">
            <a:off x="5852159" y="0"/>
            <a:ext cx="2743200" cy="6858000"/>
          </a:xfrm>
          <a:prstGeom prst="rect">
            <a:avLst/>
          </a:prstGeom>
          <a:solidFill>
            <a:srgbClr val="3F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1800000">
            <a:off x="6492240" y="0"/>
            <a:ext cx="2743200" cy="6858000"/>
          </a:xfrm>
          <a:prstGeom prst="rect">
            <a:avLst/>
          </a:prstGeom>
          <a:solidFill>
            <a:srgbClr val="3D7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1800000">
            <a:off x="7132319" y="0"/>
            <a:ext cx="2743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17320" y="96012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000000">
              <a:lumMod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914400"/>
            <a:ext cx="6400800" cy="5029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1371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1E293B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7432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This slide has NO image</a:t>
            </a:r>
          </a:p>
          <a:p>
            <a:pPr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It should use full width</a:t>
            </a:r>
          </a:p>
          <a:p>
            <a:pPr>
              <a:spcAft>
                <a:spcPts val="18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