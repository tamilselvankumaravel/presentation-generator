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e_Future_of_Artificial_Int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57200"/>
            <a:ext cx="4114800" cy="5943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457200"/>
            <a:ext cx="4114800" cy="59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42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4114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This presentation explores the current trends, future predictions, benefits, challenges, and ethical considerations of artificial intelligence. It provides a comprehensive overview of what the future holds for 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1">
                <a:solidFill>
                  <a:srgbClr val="0A5C8C"/>
                </a:solidFill>
                <a:latin typeface="Segoe UI"/>
              </a:defRPr>
            </a:pPr>
            <a:r>
              <a:t>The Future of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Exploring the evolution and potential of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Understanding the impact on various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Examining the benefits and challenges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Current Trends in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Rapid advancements in machine learning and 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Increased adoption of AI in healthcare, finance, and automotive industries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Growth of AI-powered virtual assistants and chatbots</a:t>
            </a:r>
          </a:p>
        </p:txBody>
      </p:sp>
      <p:pic>
        <p:nvPicPr>
          <p:cNvPr id="10" name="Picture 9" descr="future_of_ai_current_trends_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Future Predictions for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become more autonomous and capable of complex decision-making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Integration of AI with other emerging technologies like quantum computing and blockchain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AI will play a crucial role in solving global challenges such as climate change and healthcare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59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The rise of AI-driven personalization and customization in various sectors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0A5C8C"/>
                </a:solidFill>
                <a:latin typeface="Segoe UI"/>
              </a:defRPr>
            </a:pPr>
            <a:r>
              <a:t>Benefits and Challenges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Benefits: Increased efficiency, improved accuracy, cost savings, and enhanced customer experiences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Challenges: Job displacement, ethical concerns, data privacy issues, and the need for robust regulatory frameworks</a:t>
            </a:r>
          </a:p>
        </p:txBody>
      </p:sp>
      <p:pic>
        <p:nvPicPr>
          <p:cNvPr id="8" name="Picture 7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future_of_ai_benefits_advant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Conclusion: Embracing the Future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AI presents immense opportunities for innovation and growth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Addressing challenges and ethical considerations is crucial for responsible AI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Collaboration between governments, industries, and academia is essential for shaping the future of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