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verlap_and_Consistency_Verif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500" b="1">
                <a:solidFill>
                  <a:srgbClr val="0A5C8C"/>
                </a:solidFill>
                <a:latin typeface="Segoe UI"/>
              </a:defRPr>
            </a:pPr>
            <a:r>
              <a:t>Overlap and Consistency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Verifying title overlap fix and uniform font sizing.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Consistency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A5C8C"/>
                </a:solidFill>
                <a:latin typeface="Segoe UI"/>
              </a:defRPr>
            </a:pPr>
            <a:r>
              <a:t>Short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A5C8C"/>
                </a:solidFill>
                <a:latin typeface="Segoe UI"/>
              </a:defRPr>
            </a:pPr>
            <a:r>
              <a:t>This is a much longer content item that should force the font size down for BOTH boxes to ensure consistency across the slide.</a:t>
            </a:r>
          </a:p>
        </p:txBody>
      </p:sp>
      <p:pic>
        <p:nvPicPr>
          <p:cNvPr id="8" name="Picture 7" descr="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All Short Content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Short item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Short item 2</a:t>
            </a:r>
          </a:p>
        </p:txBody>
      </p:sp>
      <p:pic>
        <p:nvPicPr>
          <p:cNvPr id="8" name="Picture 7" descr="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All Long Content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Long item 1 that takes up a lot of space and requires smaller font.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Long item 2 that also takes up a lot of space and requires smaller font.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