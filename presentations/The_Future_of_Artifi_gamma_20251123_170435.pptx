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he_Future_of_Artificial_Int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57200"/>
            <a:ext cx="4114800" cy="5943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0" y="457200"/>
            <a:ext cx="4114800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4114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4200" b="1">
                <a:solidFill>
                  <a:srgbClr val="0A5C8C"/>
                </a:solidFill>
                <a:latin typeface="Segoe UI"/>
              </a:defRPr>
            </a:pPr>
            <a:r>
              <a:t>The Future of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4114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This presentation explores the current trends, future predictions, benefits, challenges, and ethical considerations of artificial intelligence. It provides a comprehensive overview of what the future holds for 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6B7280"/>
                </a:solidFill>
                <a:latin typeface="Segoe UI"/>
              </a:defRPr>
            </a:pPr>
            <a:r>
              <a:t>by AI Research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0A5C8C"/>
                </a:solidFill>
                <a:latin typeface="Segoe UI"/>
              </a:defRPr>
            </a:pPr>
            <a:r>
              <a:t>The Future of Artificial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68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Exploring the evolving landscape of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38328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566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Understanding the impact on various industries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48056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6634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Examining the benefits and challenges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557784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57607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Discussing ethical considerations and future predictions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Current Trends in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Advancements in machine learning and deep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Growth of AI in healthcare and finance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Increased adoption of AI in everyday applications</a:t>
            </a:r>
          </a:p>
        </p:txBody>
      </p:sp>
      <p:pic>
        <p:nvPicPr>
          <p:cNvPr id="10" name="Picture 9" descr="future_of_ai_current_trends_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Future Predictions for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560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AI-driven personal assistants and virtual reality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2560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2103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Autonomous vehicles and smart cities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4846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89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AI in space exploration and scientific research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4846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4389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Integration of AI with Internet of Things (IoT)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A5C8C"/>
                </a:solidFill>
                <a:latin typeface="Segoe UI"/>
              </a:defRPr>
            </a:pPr>
            <a:r>
              <a:t>Benefits and Challenges of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Benefits: Increased efficiency, improved decision-making, and enhanced customer experiences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Challenges: Job displacement, data privacy concerns, and ethical dilemmas</a:t>
            </a:r>
          </a:p>
        </p:txBody>
      </p:sp>
      <p:pic>
        <p:nvPicPr>
          <p:cNvPr id="8" name="Picture 7" descr="future_of_ai_benefits_advanta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200400" cy="2011680"/>
          </a:xfrm>
          <a:prstGeom prst="rect">
            <a:avLst/>
          </a:prstGeom>
        </p:spPr>
      </p:pic>
      <p:pic>
        <p:nvPicPr>
          <p:cNvPr id="9" name="Picture 8" descr="future_of_ai_benefits_advanta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657600"/>
            <a:ext cx="32004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Conclusion: The Future of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AI will continue to transform industries and society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Ethical considerations and responsible development are crucial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Embracing AI while addressing challenges will shape a better future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