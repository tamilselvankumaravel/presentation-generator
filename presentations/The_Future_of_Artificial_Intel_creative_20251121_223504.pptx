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286000"/>
            <a:ext cx="7315200" cy="1828800"/>
          </a:xfrm>
        </p:spPr>
        <p:txBody>
          <a:bodyPr/>
          <a:lstStyle/>
          <a:p>
            <a:pPr>
              <a:defRPr sz="4400" b="1">
                <a:solidFill>
                  <a:srgbClr val="800080"/>
                </a:solidFill>
                <a:latin typeface="Arial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4114800"/>
            <a:ext cx="7315200" cy="914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 sz="2400">
                <a:solidFill>
                  <a:srgbClr val="FF1493"/>
                </a:solidFill>
                <a:latin typeface="Arial"/>
              </a:defRPr>
            </a:pPr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914400"/>
          </a:xfrm>
        </p:spPr>
        <p:txBody>
          <a:bodyPr/>
          <a:lstStyle/>
          <a:p>
            <a:pPr algn="l">
              <a:defRPr sz="3200" b="1">
                <a:solidFill>
                  <a:srgbClr val="800080"/>
                </a:solidFill>
                <a:latin typeface="Arial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229600" cy="4572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0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191970"/>
                </a:solidFill>
              </a:defRPr>
            </a:pPr>
            <a:r>
              <a:t>The Future of Artificial Intelligence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4B0082"/>
                </a:solidFill>
              </a:defRPr>
            </a:pPr>
            <a:r>
              <a:t>This presentation explores the advancements, impacts, and ethical considerations of AI, providing a comprehensive overview of what the future holds for this transformative technology.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91970"/>
                </a:solidFill>
              </a:defRPr>
            </a:pPr>
            <a:r>
              <a:t>1. The Future of Artificial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>
                <a:solidFill>
                  <a:srgbClr val="191970"/>
                </a:solidFill>
              </a:defRPr>
            </a:pPr>
            <a:r>
              <a:t>Presented by [Your Name]</a:t>
            </a:r>
          </a:p>
          <a:p>
            <a:pPr>
              <a:spcAft>
                <a:spcPts val="1000"/>
              </a:spcAft>
              <a:defRPr sz="1800">
                <a:solidFill>
                  <a:srgbClr val="191970"/>
                </a:solidFill>
              </a:defRPr>
            </a:pPr>
            <a:r>
              <a:t>Date: [Insert Date]</a:t>
            </a:r>
          </a:p>
          <a:p>
            <a:pPr>
              <a:spcAft>
                <a:spcPts val="1000"/>
              </a:spcAft>
              <a:defRPr sz="1800">
                <a:solidFill>
                  <a:srgbClr val="191970"/>
                </a:solidFill>
              </a:defRPr>
            </a:pPr>
            <a:r>
              <a:t>Exploring the advancements and impacts of 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91970"/>
                </a:solidFill>
              </a:defRPr>
            </a:pPr>
            <a:r>
              <a:t>2. Current State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>
                <a:solidFill>
                  <a:srgbClr val="191970"/>
                </a:solidFill>
              </a:defRPr>
            </a:pPr>
            <a:r>
              <a:t>AI is already integrated into daily life: virtual assistants, recommendation systems, and autonomous vehicles</a:t>
            </a:r>
          </a:p>
          <a:p>
            <a:pPr>
              <a:spcAft>
                <a:spcPts val="1000"/>
              </a:spcAft>
              <a:defRPr sz="1800">
                <a:solidFill>
                  <a:srgbClr val="191970"/>
                </a:solidFill>
              </a:defRPr>
            </a:pPr>
            <a:r>
              <a:t>Machine learning and deep learning are driving advancements in various industries</a:t>
            </a:r>
          </a:p>
          <a:p>
            <a:pPr>
              <a:spcAft>
                <a:spcPts val="1000"/>
              </a:spcAft>
              <a:defRPr sz="1800">
                <a:solidFill>
                  <a:srgbClr val="191970"/>
                </a:solidFill>
              </a:defRPr>
            </a:pPr>
            <a:r>
              <a:t>AI is becoming more accessible with cloud-based platforms and open-source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91970"/>
                </a:solidFill>
              </a:defRPr>
            </a:pPr>
            <a:r>
              <a:t>3. Emerging Trends in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>
                <a:solidFill>
                  <a:srgbClr val="191970"/>
                </a:solidFill>
              </a:defRPr>
            </a:pPr>
            <a:r>
              <a:t>Explainable AI (XAI): Making AI decisions understandable to humans</a:t>
            </a:r>
          </a:p>
          <a:p>
            <a:pPr>
              <a:spcAft>
                <a:spcPts val="1000"/>
              </a:spcAft>
              <a:defRPr sz="1800">
                <a:solidFill>
                  <a:srgbClr val="191970"/>
                </a:solidFill>
              </a:defRPr>
            </a:pPr>
            <a:r>
              <a:t>Federated Learning: Decentralized machine learning for privacy preservation</a:t>
            </a:r>
          </a:p>
          <a:p>
            <a:pPr>
              <a:spcAft>
                <a:spcPts val="1000"/>
              </a:spcAft>
              <a:defRPr sz="1800">
                <a:solidFill>
                  <a:srgbClr val="191970"/>
                </a:solidFill>
              </a:defRPr>
            </a:pPr>
            <a:r>
              <a:t>AutoML: Automating the process of applying machine learning to real-world problems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91970"/>
                </a:solidFill>
              </a:defRPr>
            </a:pPr>
            <a:r>
              <a:t>4. Impacts and Ethical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>
                <a:solidFill>
                  <a:srgbClr val="191970"/>
                </a:solidFill>
              </a:defRPr>
            </a:pPr>
            <a:r>
              <a:t>AI will continue to transform industries, from healthcare to finance and beyond</a:t>
            </a:r>
          </a:p>
          <a:p>
            <a:pPr>
              <a:spcAft>
                <a:spcPts val="1000"/>
              </a:spcAft>
              <a:defRPr sz="1800">
                <a:solidFill>
                  <a:srgbClr val="191970"/>
                </a:solidFill>
              </a:defRPr>
            </a:pPr>
            <a:r>
              <a:t>Ethical considerations include bias, transparency, and job displacement</a:t>
            </a:r>
          </a:p>
          <a:p>
            <a:pPr>
              <a:spcAft>
                <a:spcPts val="1000"/>
              </a:spcAft>
              <a:defRPr sz="1800">
                <a:solidFill>
                  <a:srgbClr val="191970"/>
                </a:solidFill>
              </a:defRPr>
            </a:pPr>
            <a:r>
              <a:t>Responsible AI development is crucial for maximizing benefits and minimizing risks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91970"/>
                </a:solidFill>
              </a:defRPr>
            </a:pPr>
            <a:r>
              <a:t>5.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>
                <a:solidFill>
                  <a:srgbClr val="191970"/>
                </a:solidFill>
              </a:defRPr>
            </a:pPr>
            <a:r>
              <a:t>The future of AI is bright and full of potential</a:t>
            </a:r>
          </a:p>
          <a:p>
            <a:pPr>
              <a:spcAft>
                <a:spcPts val="1000"/>
              </a:spcAft>
              <a:defRPr sz="1800">
                <a:solidFill>
                  <a:srgbClr val="191970"/>
                </a:solidFill>
              </a:defRPr>
            </a:pPr>
            <a:r>
              <a:t>Advancements in AI will bring both opportunities and challenges</a:t>
            </a:r>
          </a:p>
          <a:p>
            <a:pPr>
              <a:spcAft>
                <a:spcPts val="1000"/>
              </a:spcAft>
              <a:defRPr sz="1800">
                <a:solidFill>
                  <a:srgbClr val="191970"/>
                </a:solidFill>
              </a:defRPr>
            </a:pPr>
            <a:r>
              <a:t>Responsible development and ethical considerations are key to a successful AI future</a:t>
            </a:r>
          </a:p>
          <a:p>
            <a:pPr>
              <a:spcAft>
                <a:spcPts val="1000"/>
              </a:spcAft>
              <a:defRPr sz="1800">
                <a:solidFill>
                  <a:srgbClr val="191970"/>
                </a:solidFill>
              </a:defRPr>
            </a:pPr>
            <a:r>
              <a:t>Thank you for your attention!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