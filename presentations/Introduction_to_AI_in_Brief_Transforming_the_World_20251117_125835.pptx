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Introduction to AI in Brief: Transforming the World of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99CC"/>
                </a:solidFill>
              </a:defRPr>
            </a:pPr>
            <a:r>
              <a:t>This presentation will provide a comprehensive overview of Artificial Intelligence (AI), exploring its applications, impact on businesses and economy.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1. Understanding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Define AI as the capability of a digital assistant to perform tasks that usually require human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Explore various types of AI such as weak/narrow and strong/general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2. AI in Business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Discuss the role of AI in automating repetitive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Examine how companies leverage predictive analytics for decision-making and forecasting.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3. AI's Impact on Customer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Highlight the use of AI in personalizing customer experiences.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Discuss how chatbots provide instant support and enhance user interactions.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4. Challenges and Ethical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Address concerns about job displacement due to automation.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Examine ethical considerations in AI development such as privacy issues.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5. Conclusion: Embracing the AI Revolution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Summarize key points discussed about how businesses can benefit from and navigate challenges of integrating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Emphasize on ethical use and continued learning as vital for sustainable growth in an AI-driven world.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