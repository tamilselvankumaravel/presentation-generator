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Introduction to Machine Learning: Unlocking the Power of Data-Driven Decision 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introduces machine learning as a transformative tool for enhancing data analysis, predictive accuracy, and business decision making.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What is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Machine Learning (ML) refers to a subset of Artifics that empowers computers with the ability to learn from data and make decisions without explicit programming.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At its core, ML involves developing algorithms capable of learning patterns in large datasets through experience—akin to how humans acquire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The ultimate goal is for machines to automatically improve their performance at a task as they are exposed to more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Why Machine Learning Matters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Machine learning has become indispensable for modern businesses seeking competitive advantage by enabling them to unlock hidden patterns and insights from their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It drives efficiency improvements through predictive maintenance, personalized marketing strategies, demand forecasting, risk assessment, fraud detection,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ML-driven decisions can enhance customer experience while reducing costs associated with human error or bias in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