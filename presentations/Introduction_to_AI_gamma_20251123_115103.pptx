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troduction_to_AI_abstract_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0000"/>
              </a:lnSpc>
              <a:defRPr sz="11000" b="1">
                <a:solidFill>
                  <a:srgbClr val="FFFFFF"/>
                </a:solidFill>
                <a:latin typeface="Segoe UI"/>
              </a:defRPr>
            </a:pPr>
            <a:r>
              <a:t>Introduction to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DCDCDC"/>
                </a:solidFill>
                <a:latin typeface="Segoe UI"/>
              </a:defRPr>
            </a:pPr>
            <a:r>
              <a:t>This presentation provides a comprehensive overview of Artificial Intelligence, covering its definition, history, applications, challenges, and future trends. It is designed to be informative and engaging for a professional audience.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9144000" cy="777240"/>
          </a:xfrm>
          <a:prstGeom prst="rect">
            <a:avLst/>
          </a:prstGeom>
          <a:solidFill>
            <a:srgbClr val="065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9144000" cy="777240"/>
          </a:xfrm>
          <a:prstGeom prst="rect">
            <a:avLst/>
          </a:prstGeom>
          <a:solidFill>
            <a:srgbClr val="07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57400"/>
            <a:ext cx="9144000" cy="777240"/>
          </a:xfrm>
          <a:prstGeom prst="rect">
            <a:avLst/>
          </a:prstGeom>
          <a:solidFill>
            <a:srgbClr val="08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743200"/>
            <a:ext cx="9144000" cy="777240"/>
          </a:xfrm>
          <a:prstGeom prst="rect">
            <a:avLst/>
          </a:prstGeom>
          <a:solidFill>
            <a:srgbClr val="097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429000"/>
            <a:ext cx="9144000" cy="777240"/>
          </a:xfrm>
          <a:prstGeom prst="rect">
            <a:avLst/>
          </a:prstGeom>
          <a:solidFill>
            <a:srgbClr val="0A7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9144000" cy="777240"/>
          </a:xfrm>
          <a:prstGeom prst="rect">
            <a:avLst/>
          </a:prstGeom>
          <a:solidFill>
            <a:srgbClr val="0B8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00600"/>
            <a:ext cx="9144000" cy="777240"/>
          </a:xfrm>
          <a:prstGeom prst="rect">
            <a:avLst/>
          </a:prstGeom>
          <a:solidFill>
            <a:srgbClr val="0C9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486400"/>
            <a:ext cx="9144000" cy="777240"/>
          </a:xfrm>
          <a:prstGeom prst="rect">
            <a:avLst/>
          </a:prstGeom>
          <a:solidFill>
            <a:srgbClr val="0D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9144000" cy="777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  <a:defRPr sz="9000" b="1">
                <a:solidFill>
                  <a:srgbClr val="FFFFFF"/>
                </a:solidFill>
                <a:latin typeface="Segoe UI"/>
              </a:defRPr>
            </a:pPr>
            <a:r>
              <a:t>Introduction to Artificial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114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F0F0F0"/>
                </a:solidFill>
                <a:latin typeface="Segoe UI"/>
              </a:defRPr>
            </a:pPr>
            <a:r>
              <a:t>• Welcome to our presentation on AI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F0F0F0"/>
                </a:solidFill>
                <a:latin typeface="Segoe UI"/>
              </a:defRPr>
            </a:pPr>
            <a:r>
              <a:t>• Understanding the basics and implications of AI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F0F0F0"/>
                </a:solidFill>
                <a:latin typeface="Segoe UI"/>
              </a:defRPr>
            </a:pPr>
            <a:r>
              <a:t>• Designed for professionals and enthusiasts alike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tificial_Intelligence_diag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57200"/>
            <a:ext cx="3840480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3716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6400" b="1">
                <a:solidFill>
                  <a:srgbClr val="FFFFFF"/>
                </a:solidFill>
                <a:latin typeface="Segoe UI"/>
              </a:defRPr>
            </a:pPr>
            <a:r>
              <a:t>What is Artificial Intelligence?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6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• Simulation of human intelligence in machines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• Capabilities: learning, reasoning, problem-solving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• Subfields: Machine Learning, Natural Language Processing, Robotics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meline_of_Artificial_Intell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6400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defRPr sz="8000" b="1">
                <a:solidFill>
                  <a:srgbClr val="FFFFFF"/>
                </a:solidFill>
                <a:latin typeface="Segoe UI"/>
              </a:defRPr>
            </a:pPr>
            <a:r>
              <a:t>A Brief History of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E6E6E6"/>
                </a:solidFill>
                <a:latin typeface="Segoe UI"/>
              </a:defRPr>
            </a:pPr>
            <a:r>
              <a:t>• 1950s: Birth of AI as a field</a:t>
            </a:r>
          </a:p>
          <a:p>
            <a:pPr algn="ctr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E6E6E6"/>
                </a:solidFill>
                <a:latin typeface="Segoe UI"/>
              </a:defRPr>
            </a:pPr>
            <a:r>
              <a:t>• 1980s: Expert Systems and Commercial AI</a:t>
            </a:r>
          </a:p>
          <a:p>
            <a:pPr algn="ctr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E6E6E6"/>
                </a:solidFill>
                <a:latin typeface="Segoe UI"/>
              </a:defRPr>
            </a:pPr>
            <a:r>
              <a:t>• 2010s: Deep Learning and Big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_applications_and_challen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7200" b="1">
                <a:solidFill>
                  <a:srgbClr val="FFFFFF"/>
                </a:solidFill>
                <a:latin typeface="Segoe UI"/>
              </a:defRPr>
            </a:pPr>
            <a:r>
              <a:t>Applications and Challenges of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8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• Applications: Healthcare, Finance, Autonomous Vehicles</a:t>
            </a:r>
          </a:p>
          <a:p>
            <a:pPr algn="l">
              <a:lnSpc>
                <a:spcPct val="140000"/>
              </a:lnSpc>
              <a:spcAft>
                <a:spcPts val="18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• Challenges: Ethical concerns, Data privacy, Job displacement</a:t>
            </a:r>
          </a:p>
          <a:p>
            <a:pPr algn="l">
              <a:lnSpc>
                <a:spcPct val="140000"/>
              </a:lnSpc>
              <a:spcAft>
                <a:spcPts val="18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• Opportunities: Innovation, Efficiency, New industries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uture_of_Artificial_Intelli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57200"/>
            <a:ext cx="3840480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3716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6400" b="1">
                <a:solidFill>
                  <a:srgbClr val="FFFFFF"/>
                </a:solidFill>
                <a:latin typeface="Segoe UI"/>
              </a:defRPr>
            </a:pPr>
            <a:r>
              <a:t>Conclusion and Future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6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• AI is transforming industries and societies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• Future trends: General AI, AI ethics, Regulation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• Continuous learning and adaptation are key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• 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