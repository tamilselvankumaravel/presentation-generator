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0"/>
            <a:ext cx="8229600" cy="1371600"/>
          </a:xfrm>
          <a:prstGeom prst="rect">
            <a:avLst/>
          </a:prstGeom>
          <a:noFill/>
        </p:spPr>
        <p:txBody>
          <a:bodyPr wrap="none">
            <a:spAutoFit/>
          </a:bodyPr>
          <a:lstStyle/>
          <a:p>
            <a:pPr algn="ctr">
              <a:defRPr sz="4400" b="1">
                <a:solidFill>
                  <a:srgbClr val="003366"/>
                </a:solidFill>
              </a:defRPr>
            </a:pPr>
            <a:r>
              <a:t>Introduction to AI: Unveiling the Transformative Potential of Artificial Intelligence</a:t>
            </a:r>
          </a:p>
        </p:txBody>
      </p:sp>
      <p:sp>
        <p:nvSpPr>
          <p:cNvPr id="3" name="TextBox 2"/>
          <p:cNvSpPr txBox="1"/>
          <p:nvPr/>
        </p:nvSpPr>
        <p:spPr>
          <a:xfrm>
            <a:off x="914400" y="3657600"/>
            <a:ext cx="7315200" cy="914400"/>
          </a:xfrm>
          <a:prstGeom prst="rect">
            <a:avLst/>
          </a:prstGeom>
          <a:noFill/>
        </p:spPr>
        <p:txBody>
          <a:bodyPr wrap="none">
            <a:spAutoFit/>
          </a:bodyPr>
          <a:lstStyle/>
          <a:p>
            <a:pPr algn="ctr">
              <a:defRPr sz="1800">
                <a:solidFill>
                  <a:srgbClr val="6699CC"/>
                </a:solidFill>
              </a:defRPr>
            </a:pPr>
            <a:r>
              <a:t>This presentation provides an in-depth look at artificial intelligence (AI), its evolution, current capabilities, and future implications for businesses. It aims to inform stakeholders about how integrating AI can drive strategic advantages.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1. Slide Title: The Dawn of Artificial Intelligence</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Artificial intelligence (AI) refers to the creation and application of computer systems capable of performing tasks that typically require human intelligence.</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The term AI has been used loosely for decades, but today's technology distinguishes between narrow or weak AI focused on specific tasks, general AI with broad capabilities akin to humans, and speculative superintelligent machines.</a:t>
            </a:r>
          </a:p>
        </p:txBody>
      </p:sp>
      <p:sp>
        <p:nvSpPr>
          <p:cNvPr id="5" name="TextBox 4"/>
          <p:cNvSpPr txBox="1"/>
          <p:nvPr/>
        </p:nvSpPr>
        <p:spPr>
          <a:xfrm>
            <a:off x="731520" y="2743200"/>
            <a:ext cx="7772400" cy="457200"/>
          </a:xfrm>
          <a:prstGeom prst="rect">
            <a:avLst/>
          </a:prstGeom>
          <a:noFill/>
        </p:spPr>
        <p:txBody>
          <a:bodyPr wrap="none">
            <a:spAutoFit/>
          </a:bodyPr>
          <a:lstStyle/>
          <a:p>
            <a:pPr>
              <a:spcAft>
                <a:spcPts val="1200"/>
              </a:spcAft>
              <a:defRPr sz="1800">
                <a:solidFill>
                  <a:srgbClr val="333333"/>
                </a:solidFill>
              </a:defRPr>
            </a:pPr>
            <a:r>
              <a:t>• AI systems learn from data, identifying patterns and making predictions, which can significantly enhance efficiency across various business operations.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2. Slide Title: AI's Evolution and Applications</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Historically, the foundation of modern AI was laid in the mid-20th century with concepts like neural networks. However, it wasn’t until the early 21st century that big data analytics fueled significant advancements.</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AI is being applied across industries for customer service automation (chatbots), predictive maintenance, personalized marketing strategies, and enhancing decision-making processes through advanced algorithms.</a:t>
            </a:r>
          </a:p>
        </p:txBody>
      </p:sp>
      <p:sp>
        <p:nvSpPr>
          <p:cNvPr id="5" name="TextBox 4"/>
          <p:cNvSpPr txBox="1"/>
          <p:nvPr/>
        </p:nvSpPr>
        <p:spPr>
          <a:xfrm>
            <a:off x="731520" y="2743200"/>
            <a:ext cx="7772400" cy="457200"/>
          </a:xfrm>
          <a:prstGeom prst="rect">
            <a:avLst/>
          </a:prstGeom>
          <a:noFill/>
        </p:spPr>
        <p:txBody>
          <a:bodyPr wrap="none">
            <a:spAutoFit/>
          </a:bodyPr>
          <a:lstStyle/>
          <a:p>
            <a:pPr>
              <a:spcAft>
                <a:spcPts val="1200"/>
              </a:spcAft>
              <a:defRPr sz="1800">
                <a:solidFill>
                  <a:srgbClr val="333333"/>
                </a:solidFill>
              </a:defRPr>
            </a:pPr>
            <a:r>
              <a:t>• Emerging technologies such as machine learning, deep learning, computer vision, natural language processing, robotics, and cognitive computing are pushing the boundaries of what AI can achieve.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3. Slide Title: Integrating Artificial Intelligence into Business Strategy</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Incorporating AI within strategic business planning is no longer optional but a critical component for staying competitive.</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AI can optimize supply chains, enhance customer experience through personalized recommendations, automate repetitive tasks to free up human resources for more complex problem-solving roles.</a:t>
            </a:r>
          </a:p>
        </p:txBody>
      </p:sp>
      <p:sp>
        <p:nvSpPr>
          <p:cNvPr id="5" name="TextBox 4"/>
          <p:cNvSpPr txBox="1"/>
          <p:nvPr/>
        </p:nvSpPr>
        <p:spPr>
          <a:xfrm>
            <a:off x="731520" y="2743200"/>
            <a:ext cx="7772400" cy="457200"/>
          </a:xfrm>
          <a:prstGeom prst="rect">
            <a:avLst/>
          </a:prstGeom>
          <a:noFill/>
        </p:spPr>
        <p:txBody>
          <a:bodyPr wrap="none">
            <a:spAutoFit/>
          </a:bodyPr>
          <a:lstStyle/>
          <a:p>
            <a:pPr>
              <a:spcAft>
                <a:spcPts val="1200"/>
              </a:spcAft>
              <a:defRPr sz="1800">
                <a:solidFill>
                  <a:srgbClr val="333333"/>
                </a:solidFill>
              </a:defRPr>
            </a:pPr>
            <a:r>
              <a:t>• Businesses must navigate the ethical considerations of AI use carefully and ensure transparency in how algorithms are designed to avoid biases that could harm consumer trust.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4. Slide Title: The Future Landscape of Artificial Intelligence</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The continued advancement in AI is expected to lead to more soph01.7n2-c9d38cdb56e4adf, 162ebaafbc13fceccbfcdaef/Slideshow?id=1&amp;slide=1) with unprecedented growth in capabilities.</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Ethical AI use is paramount to ensure societal benefits and mitigate risks. Developing policies, regulations, and standards that promote responsible innovation will be essential as the technology evolves.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5. Slide Title: Conclusion</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Artificial intelligence is rapidly transforming industries and society at large. Embracing AI responsibly will empower businesses to unlock innovation.</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By understanding the potential of AI, companies can stay ahead in competitive markets while addressing ethical considerations for sustainable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