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06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07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086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086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097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0A7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0B8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0B8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0C9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0D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1874520"/>
            <a:ext cx="6400800" cy="32004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600" b="1">
                <a:solidFill>
                  <a:srgbClr val="0F172A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34155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06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07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086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086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097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0A7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0B8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0B8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0C9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0D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96012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91440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4200" b="1">
                <a:solidFill>
                  <a:srgbClr val="0F172A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Aft>
                <a:spcPts val="16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This slide should have an image</a:t>
            </a:r>
          </a:p>
          <a:p>
            <a:pPr>
              <a:lnSpc>
                <a:spcPct val="130000"/>
              </a:lnSpc>
              <a:spcAft>
                <a:spcPts val="16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Layout should be two-column</a:t>
            </a:r>
          </a:p>
          <a:p>
            <a:pPr>
              <a:lnSpc>
                <a:spcPct val="130000"/>
              </a:lnSpc>
              <a:spcAft>
                <a:spcPts val="16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• Theme colors should be consistent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280160"/>
            <a:ext cx="3383280" cy="429768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06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07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086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086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097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0A7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0B8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0B8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0C9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0D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96012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0F172A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This slide has NO image</a:t>
            </a:r>
          </a:p>
          <a:p>
            <a:pPr algn="l"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It should use full width</a:t>
            </a:r>
          </a:p>
          <a:p>
            <a:pPr algn="l">
              <a:spcAft>
                <a:spcPts val="1800"/>
              </a:spcAft>
              <a:defRPr sz="2000">
                <a:solidFill>
                  <a:srgbClr val="334155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