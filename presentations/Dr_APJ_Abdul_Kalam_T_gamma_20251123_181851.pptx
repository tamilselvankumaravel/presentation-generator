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r__APJ_Abdul_Kalam__The_Peop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Dr. APJ Abdul Kalam: The People's President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life, achievements, and legacy of Dr. APJ Abdul Kalam, one of India's most beloved presidents and a renowned scientist. We will delve into his early life, professional accomplishments, and his enduring impact on society.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Dr. APJ Abdul Kalam: A Visionary Leader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11th President of India (2002-2007)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Renowned aerospace scientist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Known as the 'People's President'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57784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760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Inspirational teacher and orator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667512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68580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Recipient of the Bharat Ratna, India's highest civilian honor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Early Life and Education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Born on October 15, 1931, in Rameswaram, Tamil Nadu,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Studied aeronautical engineering at the Madras Institute of 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Worked as a scientist at the Defence Research and Development Organisation (DRDO)</a:t>
            </a:r>
          </a:p>
        </p:txBody>
      </p:sp>
      <p:pic>
        <p:nvPicPr>
          <p:cNvPr id="10" name="Picture 9" descr="write_about_dr_abj_abdul_kal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Professional Achievements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Known as the 'Missile Man of India' for his work on the Agni and Prithvi missiles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Project Director of India's first Indigenous Satellite Launch Vehicle (SLV-III)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Chief Executive of India's Integrated Guided Missile Development Programme (IGMDP)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Chief Scientific Adviser to the Prime Minister of India (1992-1999)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Presidency and Legacy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Elected as the 11th President of India in 2002, serving until 2007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Popularly known as the 'People's President' for his humility and accessibility</a:t>
            </a:r>
          </a:p>
        </p:txBody>
      </p:sp>
      <p:pic>
        <p:nvPicPr>
          <p:cNvPr id="8" name="Picture 7" descr="write_about_dr_abj_abdul_kal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write_about_dr_abj_abdul_kal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Dr. APJ Abdul Kalam's life and work continue to inspire millions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His contributions to science, education, and leadership are unparalleled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His vision for a developed India remains a guiding light</a:t>
            </a:r>
          </a:p>
        </p:txBody>
      </p:sp>
      <p:pic>
        <p:nvPicPr>
          <p:cNvPr id="10" name="Picture 9" descr="write_about_dr_abj_abdul_kal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