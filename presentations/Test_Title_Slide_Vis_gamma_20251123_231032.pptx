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Test Title Slide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Testing if image is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Title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Intro</a:t>
            </a:r>
          </a:p>
        </p:txBody>
      </p:sp>
      <p:pic>
        <p:nvPicPr>
          <p:cNvPr id="6" name="Picture 5" descr="test_image_visi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7" name="Picture 6" descr="test_image_visi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