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9144000" cy="1828800"/>
          </a:xfrm>
          <a:prstGeom prst="rect">
            <a:avLst/>
          </a:prstGeom>
          <a:solidFill>
            <a:srgbClr val="98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9144000" cy="1828800"/>
          </a:xfrm>
          <a:prstGeom prst="rect">
            <a:avLst/>
          </a:prstGeom>
          <a:solidFill>
            <a:srgbClr val="B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828800"/>
          </a:xfrm>
          <a:prstGeom prst="rect">
            <a:avLst/>
          </a:prstGeom>
          <a:solidFill>
            <a:srgbClr val="D0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00"/>
            <a:ext cx="9144000" cy="1828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E293B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75569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9144000" cy="1828800"/>
          </a:xfrm>
          <a:prstGeom prst="rect">
            <a:avLst/>
          </a:prstGeom>
          <a:solidFill>
            <a:srgbClr val="98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9144000" cy="1828800"/>
          </a:xfrm>
          <a:prstGeom prst="rect">
            <a:avLst/>
          </a:prstGeom>
          <a:solidFill>
            <a:srgbClr val="B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828800"/>
          </a:xfrm>
          <a:prstGeom prst="rect">
            <a:avLst/>
          </a:prstGeom>
          <a:solidFill>
            <a:srgbClr val="D0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00"/>
            <a:ext cx="9144000" cy="1828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45720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93B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657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This slide should have an image</a:t>
            </a:r>
          </a:p>
          <a:p>
            <a:pPr>
              <a:spcAft>
                <a:spcPts val="14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Layout should be two-column</a:t>
            </a:r>
          </a:p>
          <a:p>
            <a:pPr>
              <a:spcAft>
                <a:spcPts val="14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Theme colors should be consistent</a:t>
            </a:r>
          </a:p>
        </p:txBody>
      </p:sp>
      <p:pic>
        <p:nvPicPr>
          <p:cNvPr id="10" name="Picture 9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9144000" cy="1828800"/>
          </a:xfrm>
          <a:prstGeom prst="rect">
            <a:avLst/>
          </a:prstGeom>
          <a:solidFill>
            <a:srgbClr val="98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9144000" cy="1828800"/>
          </a:xfrm>
          <a:prstGeom prst="rect">
            <a:avLst/>
          </a:prstGeom>
          <a:solidFill>
            <a:srgbClr val="B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828800"/>
          </a:xfrm>
          <a:prstGeom prst="rect">
            <a:avLst/>
          </a:prstGeom>
          <a:solidFill>
            <a:srgbClr val="D0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00"/>
            <a:ext cx="9144000" cy="1828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914400"/>
            <a:ext cx="64008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7432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16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This slide has NO image</a:t>
            </a:r>
          </a:p>
          <a:p>
            <a:pPr algn="l">
              <a:spcAft>
                <a:spcPts val="16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It should use full width</a:t>
            </a:r>
          </a:p>
          <a:p>
            <a:pPr algn="l">
              <a:spcAft>
                <a:spcPts val="16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