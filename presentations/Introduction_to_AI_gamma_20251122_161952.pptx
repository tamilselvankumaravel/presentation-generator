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troduction_to_AI_profession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>
              <a:lumMod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2286000"/>
            <a:ext cx="64008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560320"/>
            <a:ext cx="54864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defRPr sz="6000" b="1">
                <a:solidFill>
                  <a:srgbClr val="111827"/>
                </a:solidFill>
                <a:latin typeface="Segoe UI"/>
              </a:defRPr>
            </a:pPr>
            <a:r>
              <a:t>Introduction to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931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374151"/>
                </a:solidFill>
                <a:latin typeface="Segoe UI"/>
              </a:defRPr>
            </a:pPr>
            <a:r>
              <a:t>This presentation provides a comprehensive overview of Artificial Intelligence, covering its definition, history, types, applications, and future trends. It is designed to be informative and engaging for a professional audience.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nimal_abstract_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>
              <a:lumMod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097280"/>
            <a:ext cx="64008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16459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3600" b="1">
                <a:solidFill>
                  <a:srgbClr val="111827"/>
                </a:solidFill>
                <a:latin typeface="Segoe UI"/>
              </a:defRPr>
            </a:pPr>
            <a:r>
              <a:t>Introduction to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743200"/>
            <a:ext cx="5120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1600"/>
              </a:spcAft>
              <a:defRPr sz="1600">
                <a:solidFill>
                  <a:srgbClr val="374151"/>
                </a:solidFill>
                <a:latin typeface="Segoe UI"/>
              </a:defRPr>
            </a:pPr>
            <a:r>
              <a:t>• Welcome to our presentation on AI</a:t>
            </a:r>
          </a:p>
          <a:p>
            <a:pPr algn="l">
              <a:lnSpc>
                <a:spcPct val="140000"/>
              </a:lnSpc>
              <a:spcAft>
                <a:spcPts val="1600"/>
              </a:spcAft>
              <a:defRPr sz="1600">
                <a:solidFill>
                  <a:srgbClr val="374151"/>
                </a:solidFill>
                <a:latin typeface="Segoe UI"/>
              </a:defRPr>
            </a:pPr>
            <a:r>
              <a:t>• Understanding the basics and impact of AI</a:t>
            </a:r>
          </a:p>
          <a:p>
            <a:pPr algn="l">
              <a:lnSpc>
                <a:spcPct val="140000"/>
              </a:lnSpc>
              <a:spcAft>
                <a:spcPts val="1600"/>
              </a:spcAft>
              <a:defRPr sz="1600">
                <a:solidFill>
                  <a:srgbClr val="374151"/>
                </a:solidFill>
                <a:latin typeface="Segoe UI"/>
              </a:defRPr>
            </a:pPr>
            <a:r>
              <a:t>• Designed for professionals and enthusiasts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4114800" cy="502920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I_concept_illustra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3931920" cy="4846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846320" y="1371600"/>
            <a:ext cx="3840480" cy="411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0" y="18288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3000" b="1">
                <a:solidFill>
                  <a:srgbClr val="111827"/>
                </a:solidFill>
                <a:latin typeface="Segoe UI"/>
              </a:defRPr>
            </a:pPr>
            <a:r>
              <a:t>What is Artificial Intelligence?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292608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1200"/>
              </a:spcAft>
              <a:defRPr sz="1400">
                <a:solidFill>
                  <a:srgbClr val="374151"/>
                </a:solidFill>
                <a:latin typeface="Segoe UI"/>
              </a:defRPr>
            </a:pPr>
            <a:r>
              <a:t>• Simulation of human intelligence in machines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  <a:defRPr sz="1400">
                <a:solidFill>
                  <a:srgbClr val="374151"/>
                </a:solidFill>
                <a:latin typeface="Segoe UI"/>
              </a:defRPr>
            </a:pPr>
            <a:r>
              <a:t>• Capabilities: learning, reasoning, problem-solving, perception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  <a:defRPr sz="1400">
                <a:solidFill>
                  <a:srgbClr val="374151"/>
                </a:solidFill>
                <a:latin typeface="Segoe UI"/>
              </a:defRPr>
            </a:pPr>
            <a:r>
              <a:t>• Goal: create systems that can perform tasks normally requiring human intelligence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fessional_modern_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>
              <a:lumMod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0" y="1371600"/>
            <a:ext cx="5486400" cy="411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18288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 sz="3400" b="1">
                <a:solidFill>
                  <a:srgbClr val="111827"/>
                </a:solidFill>
                <a:latin typeface="Segoe UI"/>
              </a:defRPr>
            </a:pPr>
            <a:r>
              <a:t>A Brief History of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2926080"/>
            <a:ext cx="4023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1400"/>
              </a:spcAft>
              <a:defRPr sz="1500">
                <a:solidFill>
                  <a:srgbClr val="374151"/>
                </a:solidFill>
                <a:latin typeface="Segoe UI"/>
              </a:defRPr>
            </a:pPr>
            <a:r>
              <a:t>• 1950s: Birth of AI as a field (Turing, McCarthy)</a:t>
            </a:r>
          </a:p>
          <a:p>
            <a:pPr algn="l">
              <a:lnSpc>
                <a:spcPct val="130000"/>
              </a:lnSpc>
              <a:spcAft>
                <a:spcPts val="1400"/>
              </a:spcAft>
              <a:defRPr sz="1500">
                <a:solidFill>
                  <a:srgbClr val="374151"/>
                </a:solidFill>
                <a:latin typeface="Segoe UI"/>
              </a:defRPr>
            </a:pPr>
            <a:r>
              <a:t>• 1980s: Expert systems and commercial AI applications</a:t>
            </a:r>
          </a:p>
          <a:p>
            <a:pPr algn="l">
              <a:lnSpc>
                <a:spcPct val="130000"/>
              </a:lnSpc>
              <a:spcAft>
                <a:spcPts val="1400"/>
              </a:spcAft>
              <a:defRPr sz="1500">
                <a:solidFill>
                  <a:srgbClr val="374151"/>
                </a:solidFill>
                <a:latin typeface="Segoe UI"/>
              </a:defRPr>
            </a:pPr>
            <a:r>
              <a:t>• 2010s: Deep learning and AI's resurgence (e.g., AlphaGo, Siri)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nimal_abstract_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>
              <a:lumMod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097280"/>
            <a:ext cx="64008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16459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3600" b="1">
                <a:solidFill>
                  <a:srgbClr val="111827"/>
                </a:solidFill>
                <a:latin typeface="Segoe UI"/>
              </a:defRPr>
            </a:pPr>
            <a:r>
              <a:t>Types and Applications of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743200"/>
            <a:ext cx="5120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1600"/>
              </a:spcAft>
              <a:defRPr sz="1600">
                <a:solidFill>
                  <a:srgbClr val="374151"/>
                </a:solidFill>
                <a:latin typeface="Segoe UI"/>
              </a:defRPr>
            </a:pPr>
            <a:r>
              <a:t>• Types: Narrow AI, General AI, Superintelligent AI</a:t>
            </a:r>
          </a:p>
          <a:p>
            <a:pPr algn="l">
              <a:lnSpc>
                <a:spcPct val="140000"/>
              </a:lnSpc>
              <a:spcAft>
                <a:spcPts val="1600"/>
              </a:spcAft>
              <a:defRPr sz="1600">
                <a:solidFill>
                  <a:srgbClr val="374151"/>
                </a:solidFill>
                <a:latin typeface="Segoe UI"/>
              </a:defRPr>
            </a:pPr>
            <a:r>
              <a:t>• Applications: Healthcare, Finance, Autonomous Vehicles, Virtual Assistants</a:t>
            </a:r>
          </a:p>
          <a:p>
            <a:pPr algn="l">
              <a:lnSpc>
                <a:spcPct val="140000"/>
              </a:lnSpc>
              <a:spcAft>
                <a:spcPts val="1600"/>
              </a:spcAft>
              <a:defRPr sz="1600">
                <a:solidFill>
                  <a:srgbClr val="374151"/>
                </a:solidFill>
                <a:latin typeface="Segoe UI"/>
              </a:defRPr>
            </a:pPr>
            <a:r>
              <a:t>• Impact: Transforming industries and daily life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4114800" cy="502920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uture_of_A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3931920" cy="4846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846320" y="1371600"/>
            <a:ext cx="3840480" cy="411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0" y="18288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3000" b="1">
                <a:solidFill>
                  <a:srgbClr val="111827"/>
                </a:solidFill>
                <a:latin typeface="Segoe UI"/>
              </a:defRPr>
            </a:pPr>
            <a:r>
              <a:t>Conclusion and Future of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292608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1200"/>
              </a:spcAft>
              <a:defRPr sz="1400">
                <a:solidFill>
                  <a:srgbClr val="374151"/>
                </a:solidFill>
                <a:latin typeface="Segoe UI"/>
              </a:defRPr>
            </a:pPr>
            <a:r>
              <a:t>• AI is a rapidly evolving field with immense potential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  <a:defRPr sz="1400">
                <a:solidFill>
                  <a:srgbClr val="374151"/>
                </a:solidFill>
                <a:latin typeface="Segoe UI"/>
              </a:defRPr>
            </a:pPr>
            <a:r>
              <a:t>• Future trends: Explainable AI, AI ethics, and human-AI collaboration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  <a:defRPr sz="1400">
                <a:solidFill>
                  <a:srgbClr val="374151"/>
                </a:solidFill>
                <a:latin typeface="Segoe UI"/>
              </a:defRPr>
            </a:pPr>
            <a:r>
              <a:t>• Thank you for your attention.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