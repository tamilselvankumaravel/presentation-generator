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86000"/>
            <a:ext cx="64008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7315200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5400" b="1">
                <a:solidFill>
                  <a:srgbClr val="F8FAFC"/>
                </a:solidFill>
                <a:latin typeface="Segoe UI"/>
              </a:defRPr>
            </a:pPr>
            <a:r>
              <a:t>Introduction to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94A3B8"/>
                </a:solidFill>
                <a:latin typeface="Segoe UI"/>
              </a:defRPr>
            </a:pPr>
            <a:r>
              <a:t>This presentation provides a comprehensive overview of Artificial Intelligence, its history, applications, and future trends. It is designed to be informative and engaging for a professional audience.</a:t>
            </a:r>
          </a:p>
        </p:txBody>
      </p:sp>
      <p:sp>
        <p:nvSpPr>
          <p:cNvPr id="4" name="Oval 3"/>
          <p:cNvSpPr/>
          <p:nvPr/>
        </p:nvSpPr>
        <p:spPr>
          <a:xfrm>
            <a:off x="6400800" y="-2286000"/>
            <a:ext cx="5486400" cy="5486400"/>
          </a:xfrm>
          <a:prstGeom prst="ellipse">
            <a:avLst/>
          </a:prstGeom>
          <a:solidFill>
            <a:srgbClr val="8B5CF6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3B82F6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Welcome to our presentation on AI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Understanding the basics and implications of AI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Designed for professionals and enthusiasts alike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Simulation of human intelligence in machines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Capabilities: learning, reasoning, problem-solving, perception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Subfields: Machine Learning, Natural Language Processing, Robotics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History and Evolution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1950s: Birth of AI as a field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1980s: Expert systems and commercialization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2010s: Deep learning and AI boom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Healthcare: disease diagnosis, drug discovery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Finance: fraud detection, algorithmic trading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Automotive: self-driving cars, predictive maintenance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F8FAFC"/>
                </a:solidFill>
                <a:latin typeface="Segoe UI"/>
              </a:defRPr>
            </a:pPr>
            <a:r>
              <a:t>Conclusion and 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AI is transforming industries and societies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Future trends: AI ethics, explainability, and general AI</a:t>
            </a:r>
          </a:p>
          <a:p>
            <a:pPr>
              <a:spcAft>
                <a:spcPts val="1400"/>
              </a:spcAft>
              <a:defRPr sz="1800">
                <a:solidFill>
                  <a:srgbClr val="F8FAFC"/>
                </a:solidFill>
                <a:latin typeface="Segoe UI"/>
              </a:defRPr>
            </a:pPr>
            <a:r>
              <a:t>Stay informed and engaged with AI developments</a:t>
            </a:r>
          </a:p>
        </p:txBody>
      </p:sp>
      <p:sp>
        <p:nvSpPr>
          <p:cNvPr id="4" name="Oval 3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8B5CF6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