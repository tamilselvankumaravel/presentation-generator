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tion_to_Artificial_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6000" b="1">
                <a:solidFill>
                  <a:srgbClr val="111827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151"/>
                </a:solidFill>
                <a:latin typeface="Segoe UI"/>
              </a:defRPr>
            </a:pPr>
            <a:r>
              <a:t>This presentation provides a comprehensive overview of Artificial Intelligence, covering its definition, history, types, applications, and future trends. Designed for a professional audience, it offers an engaging and informative introduction to the fascinating world of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Content for Introduction to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ificial_Intelligence_conc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refers to the simulation of human intelligence in machines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It enables machines to perform tasks that typically require human intelligence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Key components include learning, reasoning, problem-solving, and perception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can be classified into narrow AI and general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fessional_modern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3400" b="1">
                <a:solidFill>
                  <a:srgbClr val="111827"/>
                </a:solidFill>
                <a:latin typeface="Segoe UI"/>
              </a:defRPr>
            </a:pPr>
            <a:r>
              <a:t>A Brief History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9260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1950s: Birth of AI as a field, with pioneers like Alan Turing and John McCarthy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1960s-1970s: Early AI programs and expert systems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1980s-1990s: Rise of machine learning and neural networks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2000s-Present: AI boom, with advancements in big data, deep learning, and AI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Healthcare: Disease diagnosis, drug discovery, and personalized medicine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Finance: Fraud detection, algorithmic trading, and customer service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Automotive: Autonomous vehicles, driver assistance, and predictive maintenance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Entertainment: Recommendation systems, content creation, and gaming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ture_of_Artificial_Intelli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Conclusion and Future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is a rapidly growing field with immense potential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Future trends include explainable AI, AI ethics, and AI democratization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Continuous learning and adaptation will be key to staying relevant in the AI landscape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Embrace AI and explore its possibilities to drive innovation and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