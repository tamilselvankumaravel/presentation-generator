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ntent_Overflow_Verification_.jpg"/>
          <p:cNvPicPr>
            <a:picLocks noChangeAspect="1"/>
          </p:cNvPicPr>
          <p:nvPr/>
        </p:nvPicPr>
        <p:blipFill>
          <a:blip r:embed="rId2"/>
          <a:stretch>
            <a:fillRect/>
          </a:stretch>
        </p:blipFill>
        <p:spPr>
          <a:xfrm>
            <a:off x="4572000" y="457200"/>
            <a:ext cx="4114800" cy="5943600"/>
          </a:xfrm>
          <a:prstGeom prst="rect">
            <a:avLst/>
          </a:prstGeom>
        </p:spPr>
      </p:pic>
      <p:sp>
        <p:nvSpPr>
          <p:cNvPr id="4" name="TextBox 3"/>
          <p:cNvSpPr txBox="1"/>
          <p:nvPr/>
        </p:nvSpPr>
        <p:spPr>
          <a:xfrm>
            <a:off x="731520" y="914400"/>
            <a:ext cx="4114800" cy="2286000"/>
          </a:xfrm>
          <a:prstGeom prst="rect">
            <a:avLst/>
          </a:prstGeom>
          <a:noFill/>
        </p:spPr>
        <p:txBody>
          <a:bodyPr wrap="square" anchor="t">
            <a:spAutoFit/>
          </a:bodyPr>
          <a:lstStyle/>
          <a:p>
            <a:pPr algn="l">
              <a:lnSpc>
                <a:spcPct val="110000"/>
              </a:lnSpc>
              <a:defRPr sz="4400" b="1">
                <a:solidFill>
                  <a:srgbClr val="0A5C8C"/>
                </a:solidFill>
                <a:latin typeface="Segoe UI"/>
              </a:defRPr>
            </a:pPr>
            <a:r>
              <a:t>Content Overflow Verification</a:t>
            </a:r>
          </a:p>
        </p:txBody>
      </p:sp>
      <p:sp>
        <p:nvSpPr>
          <p:cNvPr id="5" name="TextBox 4"/>
          <p:cNvSpPr txBox="1"/>
          <p:nvPr/>
        </p:nvSpPr>
        <p:spPr>
          <a:xfrm>
            <a:off x="731520" y="4114800"/>
            <a:ext cx="4114800" cy="1828800"/>
          </a:xfrm>
          <a:prstGeom prst="rect">
            <a:avLst/>
          </a:prstGeom>
          <a:noFill/>
        </p:spPr>
        <p:txBody>
          <a:bodyPr wrap="square" anchor="t">
            <a:spAutoFit/>
          </a:bodyPr>
          <a:lstStyle/>
          <a:p>
            <a:pPr algn="l">
              <a:lnSpc>
                <a:spcPct val="140000"/>
              </a:lnSpc>
              <a:defRPr sz="1600">
                <a:solidFill>
                  <a:srgbClr val="0A5C8C"/>
                </a:solidFill>
                <a:latin typeface="Segoe UI"/>
              </a:defRPr>
            </a:pPr>
            <a:r>
              <a:t>Verifying dynamic font sizing for content.</a:t>
            </a:r>
          </a:p>
        </p:txBody>
      </p:sp>
      <p:sp>
        <p:nvSpPr>
          <p:cNvPr id="6" name="TextBox 5"/>
          <p:cNvSpPr txBox="1"/>
          <p:nvPr/>
        </p:nvSpPr>
        <p:spPr>
          <a:xfrm>
            <a:off x="731520" y="6217920"/>
            <a:ext cx="4114800" cy="457200"/>
          </a:xfrm>
          <a:prstGeom prst="rect">
            <a:avLst/>
          </a:prstGeom>
          <a:noFill/>
        </p:spPr>
        <p:txBody>
          <a:bodyPr wrap="none">
            <a:spAutoFit/>
          </a:bodyPr>
          <a:lstStyle/>
          <a:p>
            <a:pPr algn="l">
              <a:defRPr sz="1300">
                <a:solidFill>
                  <a:srgbClr val="6B7280"/>
                </a:solidFill>
                <a:latin typeface="Segoe UI"/>
              </a:defRPr>
            </a:pPr>
            <a:r>
              <a:t>by AI Research Team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none">
            <a:spAutoFit/>
          </a:bodyPr>
          <a:lstStyle/>
          <a:p>
            <a:pPr algn="l">
              <a:defRPr sz="3000" b="1">
                <a:solidFill>
                  <a:srgbClr val="0A5C8C"/>
                </a:solidFill>
                <a:latin typeface="Segoe UI"/>
              </a:defRPr>
            </a:pPr>
            <a:r>
              <a:t>Short Title</a:t>
            </a:r>
          </a:p>
        </p:txBody>
      </p:sp>
      <p:sp>
        <p:nvSpPr>
          <p:cNvPr id="4" name="Rounded Rectangle 3"/>
          <p:cNvSpPr/>
          <p:nvPr/>
        </p:nvSpPr>
        <p:spPr>
          <a:xfrm>
            <a:off x="731520" y="1645920"/>
            <a:ext cx="4114800" cy="1645920"/>
          </a:xfrm>
          <a:prstGeom prst="roundRect">
            <a:avLst>
              <a:gd name="adj" fmla="val 10000"/>
            </a:avLst>
          </a:prstGeom>
          <a:solidFill>
            <a:srgbClr val="D4E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20240"/>
            <a:ext cx="3474720" cy="1097280"/>
          </a:xfrm>
          <a:prstGeom prst="rect">
            <a:avLst/>
          </a:prstGeom>
          <a:noFill/>
        </p:spPr>
        <p:txBody>
          <a:bodyPr wrap="square">
            <a:spAutoFit/>
          </a:bodyPr>
          <a:lstStyle/>
          <a:p>
            <a:pPr>
              <a:lnSpc>
                <a:spcPct val="130000"/>
              </a:lnSpc>
              <a:defRPr sz="1600">
                <a:solidFill>
                  <a:srgbClr val="0A5C8C"/>
                </a:solidFill>
                <a:latin typeface="Segoe UI"/>
              </a:defRPr>
            </a:pPr>
            <a:r>
              <a:t>Short content</a:t>
            </a:r>
          </a:p>
        </p:txBody>
      </p:sp>
      <p:pic>
        <p:nvPicPr>
          <p:cNvPr id="6" name="Picture 5" descr="test.jpg"/>
          <p:cNvPicPr>
            <a:picLocks noChangeAspect="1"/>
          </p:cNvPicPr>
          <p:nvPr/>
        </p:nvPicPr>
        <p:blipFill>
          <a:blip r:embed="rId2"/>
          <a:stretch>
            <a:fillRect/>
          </a:stretch>
        </p:blipFill>
        <p:spPr>
          <a:xfrm>
            <a:off x="5303520" y="1371600"/>
            <a:ext cx="3200400" cy="2011680"/>
          </a:xfrm>
          <a:prstGeom prst="rect">
            <a:avLst/>
          </a:prstGeom>
        </p:spPr>
      </p:pic>
      <p:pic>
        <p:nvPicPr>
          <p:cNvPr id="7" name="Picture 6" descr="test.jpg"/>
          <p:cNvPicPr>
            <a:picLocks noChangeAspect="1"/>
          </p:cNvPicPr>
          <p:nvPr/>
        </p:nvPicPr>
        <p:blipFill>
          <a:blip r:embed="rId2"/>
          <a:stretch>
            <a:fillRect/>
          </a:stretch>
        </p:blipFill>
        <p:spPr>
          <a:xfrm>
            <a:off x="5303520" y="3657600"/>
            <a:ext cx="3200400" cy="20116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none">
            <a:spAutoFit/>
          </a:bodyPr>
          <a:lstStyle/>
          <a:p>
            <a:pPr algn="l">
              <a:defRPr sz="3600" b="1">
                <a:solidFill>
                  <a:srgbClr val="0A5C8C"/>
                </a:solidFill>
                <a:latin typeface="Segoe UI"/>
              </a:defRPr>
            </a:pPr>
            <a:r>
              <a:t>Medium Title</a:t>
            </a:r>
          </a:p>
        </p:txBody>
      </p:sp>
      <p:sp>
        <p:nvSpPr>
          <p:cNvPr id="4" name="Rounded Rectangle 3"/>
          <p:cNvSpPr/>
          <p:nvPr/>
        </p:nvSpPr>
        <p:spPr>
          <a:xfrm>
            <a:off x="731520" y="1828800"/>
            <a:ext cx="3840480" cy="1188720"/>
          </a:xfrm>
          <a:prstGeom prst="roundRect">
            <a:avLst>
              <a:gd name="adj" fmla="val 10000"/>
            </a:avLst>
          </a:prstGeom>
          <a:solidFill>
            <a:srgbClr val="D4E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057400"/>
            <a:ext cx="3200400" cy="731520"/>
          </a:xfrm>
          <a:prstGeom prst="rect">
            <a:avLst/>
          </a:prstGeom>
          <a:noFill/>
        </p:spPr>
        <p:txBody>
          <a:bodyPr wrap="square">
            <a:spAutoFit/>
          </a:bodyPr>
          <a:lstStyle/>
          <a:p>
            <a:pPr>
              <a:defRPr sz="1100">
                <a:solidFill>
                  <a:srgbClr val="0A5C8C"/>
                </a:solidFill>
                <a:latin typeface="Segoe UI"/>
              </a:defRPr>
            </a:pPr>
            <a:r>
              <a:t>This is a medium length content that should fit nicely in the box without any issues.</a:t>
            </a:r>
          </a:p>
        </p:txBody>
      </p:sp>
      <p:pic>
        <p:nvPicPr>
          <p:cNvPr id="6" name="Picture 5" descr="test.jpg"/>
          <p:cNvPicPr>
            <a:picLocks noChangeAspect="1"/>
          </p:cNvPicPr>
          <p:nvPr/>
        </p:nvPicPr>
        <p:blipFill>
          <a:blip r:embed="rId2"/>
          <a:stretch>
            <a:fillRect/>
          </a:stretch>
        </p:blipFill>
        <p:spPr>
          <a:xfrm>
            <a:off x="5029200" y="1828800"/>
            <a:ext cx="3474720" cy="41148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none">
            <a:spAutoFit/>
          </a:bodyPr>
          <a:lstStyle/>
          <a:p>
            <a:pPr algn="ctr">
              <a:defRPr sz="3600" b="1">
                <a:solidFill>
                  <a:srgbClr val="0A5C8C"/>
                </a:solidFill>
                <a:latin typeface="Segoe UI"/>
              </a:defRPr>
            </a:pPr>
            <a:r>
              <a:t>Long Content Test</a:t>
            </a:r>
          </a:p>
        </p:txBody>
      </p:sp>
      <p:sp>
        <p:nvSpPr>
          <p:cNvPr id="4" name="Rounded Rectangle 3"/>
          <p:cNvSpPr/>
          <p:nvPr/>
        </p:nvSpPr>
        <p:spPr>
          <a:xfrm>
            <a:off x="731520" y="1828800"/>
            <a:ext cx="3657600" cy="2011680"/>
          </a:xfrm>
          <a:prstGeom prst="roundRect">
            <a:avLst>
              <a:gd name="adj" fmla="val 10000"/>
            </a:avLst>
          </a:prstGeom>
          <a:solidFill>
            <a:srgbClr val="D4E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20240"/>
            <a:ext cx="548640" cy="548640"/>
          </a:xfrm>
          <a:prstGeom prst="rect">
            <a:avLst/>
          </a:prstGeom>
          <a:noFill/>
        </p:spPr>
        <p:txBody>
          <a:bodyPr wrap="none">
            <a:spAutoFit/>
          </a:bodyPr>
          <a:lstStyle/>
          <a:p>
            <a:pPr algn="l">
              <a:defRPr sz="2400" b="1">
                <a:solidFill>
                  <a:srgbClr val="3B82F6"/>
                </a:solidFill>
                <a:latin typeface="Segoe UI"/>
              </a:defRPr>
            </a:pPr>
            <a:r>
              <a:t>S</a:t>
            </a:r>
          </a:p>
        </p:txBody>
      </p:sp>
      <p:sp>
        <p:nvSpPr>
          <p:cNvPr id="6" name="TextBox 5"/>
          <p:cNvSpPr txBox="1"/>
          <p:nvPr/>
        </p:nvSpPr>
        <p:spPr>
          <a:xfrm>
            <a:off x="1005840" y="2377440"/>
            <a:ext cx="3108960" cy="1280160"/>
          </a:xfrm>
          <a:prstGeom prst="rect">
            <a:avLst/>
          </a:prstGeom>
          <a:noFill/>
        </p:spPr>
        <p:txBody>
          <a:bodyPr wrap="square">
            <a:spAutoFit/>
          </a:bodyPr>
          <a:lstStyle/>
          <a:p>
            <a:pPr>
              <a:lnSpc>
                <a:spcPct val="120000"/>
              </a:lnSpc>
              <a:defRPr sz="900">
                <a:solidFill>
                  <a:srgbClr val="0A5C8C"/>
                </a:solidFill>
                <a:latin typeface="Segoe UI"/>
              </a:defRPr>
            </a:pPr>
            <a:r>
              <a:t>This is a very long content string that is designed to test the dynamic font sizing capabilities of the presentation generator. It should automatically scale down the font size to ensure that the text fits within the allocated box without overflowing or getting cut off. This is a critical feature for ensuring professional-looking slides.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none">
            <a:spAutoFit/>
          </a:bodyPr>
          <a:lstStyle/>
          <a:p>
            <a:pPr algn="l">
              <a:defRPr sz="3000" b="1">
                <a:solidFill>
                  <a:srgbClr val="0A5C8C"/>
                </a:solidFill>
                <a:latin typeface="Segoe UI"/>
              </a:defRPr>
            </a:pPr>
            <a:r>
              <a:t>Extremely Long Content Test</a:t>
            </a:r>
          </a:p>
        </p:txBody>
      </p:sp>
      <p:sp>
        <p:nvSpPr>
          <p:cNvPr id="4" name="Rounded Rectangle 3"/>
          <p:cNvSpPr/>
          <p:nvPr/>
        </p:nvSpPr>
        <p:spPr>
          <a:xfrm>
            <a:off x="731520" y="1645920"/>
            <a:ext cx="4114800" cy="1645920"/>
          </a:xfrm>
          <a:prstGeom prst="roundRect">
            <a:avLst>
              <a:gd name="adj" fmla="val 10000"/>
            </a:avLst>
          </a:prstGeom>
          <a:solidFill>
            <a:srgbClr val="D4E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20240"/>
            <a:ext cx="3474720" cy="1097280"/>
          </a:xfrm>
          <a:prstGeom prst="rect">
            <a:avLst/>
          </a:prstGeom>
          <a:noFill/>
        </p:spPr>
        <p:txBody>
          <a:bodyPr wrap="square">
            <a:spAutoFit/>
          </a:bodyPr>
          <a:lstStyle/>
          <a:p>
            <a:pPr>
              <a:lnSpc>
                <a:spcPct val="130000"/>
              </a:lnSpc>
              <a:defRPr sz="1000">
                <a:solidFill>
                  <a:srgbClr val="0A5C8C"/>
                </a:solidFill>
                <a:latin typeface="Segoe UI"/>
              </a:defRPr>
            </a:pPr>
            <a:r>
              <a:t>This is an extremely long content string that goes on and on and on. It is intended to push the limits of the text box and force the font size to be reduced significantly. If the implementation is correct, this text should still be visible and contained within the box, albeit with a much smaller font size. We want to avoid any situation where the text spills out of the container.</a:t>
            </a:r>
          </a:p>
        </p:txBody>
      </p:sp>
      <p:pic>
        <p:nvPicPr>
          <p:cNvPr id="6" name="Picture 5" descr="test.jpg"/>
          <p:cNvPicPr>
            <a:picLocks noChangeAspect="1"/>
          </p:cNvPicPr>
          <p:nvPr/>
        </p:nvPicPr>
        <p:blipFill>
          <a:blip r:embed="rId2"/>
          <a:stretch>
            <a:fillRect/>
          </a:stretch>
        </p:blipFill>
        <p:spPr>
          <a:xfrm>
            <a:off x="5303520" y="1371600"/>
            <a:ext cx="3200400" cy="2011680"/>
          </a:xfrm>
          <a:prstGeom prst="rect">
            <a:avLst/>
          </a:prstGeom>
        </p:spPr>
      </p:pic>
      <p:pic>
        <p:nvPicPr>
          <p:cNvPr id="7" name="Picture 6" descr="test.jpg"/>
          <p:cNvPicPr>
            <a:picLocks noChangeAspect="1"/>
          </p:cNvPicPr>
          <p:nvPr/>
        </p:nvPicPr>
        <p:blipFill>
          <a:blip r:embed="rId2"/>
          <a:stretch>
            <a:fillRect/>
          </a:stretch>
        </p:blipFill>
        <p:spPr>
          <a:xfrm>
            <a:off x="5303520" y="3657600"/>
            <a:ext cx="3200400" cy="20116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