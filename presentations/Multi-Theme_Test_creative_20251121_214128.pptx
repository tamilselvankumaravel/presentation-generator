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80008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FF1493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80008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4B0082"/>
                </a:solidFill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This slide should have an image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Layout should be two-column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2. 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This slide has NO image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It should use full width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