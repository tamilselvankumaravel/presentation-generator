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0"/>
            <a:ext cx="8229600" cy="1371600"/>
          </a:xfrm>
          <a:prstGeom prst="rect">
            <a:avLst/>
          </a:prstGeom>
          <a:noFill/>
        </p:spPr>
        <p:txBody>
          <a:bodyPr wrap="none">
            <a:spAutoFit/>
          </a:bodyPr>
          <a:lstStyle/>
          <a:p>
            <a:pPr algn="ctr">
              <a:defRPr sz="4400" b="1">
                <a:solidFill>
                  <a:srgbClr val="003366"/>
                </a:solidFill>
              </a:defRPr>
            </a:pPr>
            <a:r>
              <a:t>Introduction to Artifics Intelligence: Unveiling the Future of Business Operations</a:t>
            </a:r>
          </a:p>
        </p:txBody>
      </p:sp>
      <p:sp>
        <p:nvSpPr>
          <p:cNvPr id="3" name="TextBox 2"/>
          <p:cNvSpPr txBox="1"/>
          <p:nvPr/>
        </p:nvSpPr>
        <p:spPr>
          <a:xfrm>
            <a:off x="914400" y="3657600"/>
            <a:ext cx="7315200" cy="914400"/>
          </a:xfrm>
          <a:prstGeom prst="rect">
            <a:avLst/>
          </a:prstGeom>
          <a:noFill/>
        </p:spPr>
        <p:txBody>
          <a:bodyPr wrap="none">
            <a:spAutoFit/>
          </a:bodyPr>
          <a:lstStyle/>
          <a:p>
            <a:pPr algn="ctr">
              <a:defRPr sz="1800">
                <a:solidFill>
                  <a:srgbClr val="6699CC"/>
                </a:solidFill>
              </a:defRPr>
            </a:pPr>
            <a:r>
              <a:t>This presentation delves into the essence, history, current trends, challenges, and future prospects of artificial intelligence (AI), with an emphasis on its impact on business operations. It will equip attendees with data-driven insights to harness AI effectively in their organizations.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1. Slide Title: Unveiling Artificial Intelligence</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AI is a transformative technology with the power to revolutionize business operations across industries.</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With its roots in computer science and cognitive psychology, AI mimics human intelligence processes such as learning, reasoning, problem-solving, perception, etc.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2. Slide Title: History of Artificial Intelligence</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AI has evolved significantly since the birth of Turing and his pioneering work in artificial intelligence.</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The field grew rapidly after World War II with Dartmouth Conference's establishment. Early AI research focused on symbolic methods, while modern approaches include machine learning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3. Slide Title: Current Trends in Artificial Intelligence</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AI is increasingly being used for data analysis and predictive modeling.</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Natural Language Processing (NLP) has seen significant advances with chatbots becoming more human-like, voice assistants gaining popularity.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4. Slide Title: Challenges in Artificial Intelligence</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Addressing the ethical considerations of AI is a critical challenge.</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Data privacy and security are significant concerns as organizations increasingly rely on vast amounts of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5. Slide Title: Conclusion</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Artificial intelligence holds immense potential to reshape business operations in the coming years.</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Understanding AI's capabilities and limitations is crucial for organizations aiming to leverage this technology effectively.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