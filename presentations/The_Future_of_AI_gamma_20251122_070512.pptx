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86000"/>
            <a:ext cx="64008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7315200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6" name="Rounded Rectangle 5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275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-2286000"/>
            <a:ext cx="5486400" cy="5486400"/>
          </a:xfrm>
          <a:prstGeom prst="ellipse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5400" b="1">
                <a:solidFill>
                  <a:srgbClr val="F8FAFC"/>
                </a:solidFill>
                <a:latin typeface="Segoe UI"/>
              </a:defRPr>
            </a:pPr>
            <a:r>
              <a:t>The Future of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94A3B8"/>
                </a:solidFill>
                <a:latin typeface="Segoe UI"/>
              </a:defRPr>
            </a:pPr>
            <a:r>
              <a:t>This presentation explores the current trends, potential advancements, and ethical considerations in the field of artificial intelligence. It provides a comprehensive overview of what the future might hold for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A3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The 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Presented by [Your Name]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Date: [Insert Date]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Exploring the next decade of artificial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A3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Current Trends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Rapid advancements in machine learning and deep learning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Increased adoption of AI in various industries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Growth of AI-driven automation and robotics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Expansion of natural language processing and computer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A3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Potential Advancements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Development of more sophisticated AI algorithms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Integration of AI with Internet of Things (IoT) devices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Advancements in quantum computing to enhance AI capabilities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Creation of more intuitive and user-friendly AI interfaces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A3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Ensuring transparency and explainability in AI decision-making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Addressing bias and fairness in AI systems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Protecting privacy and data security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Establishing ethical guidelines for AI development and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A3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The future of AI holds immense potential for innovation and growth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Ethical considerations must be at the forefront of AI development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Continued research and collaboration are essential for advancing the field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Thank you for your attention. 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