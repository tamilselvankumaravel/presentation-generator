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8B451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56B2F"/>
                </a:solidFill>
              </a:defRPr>
            </a:pPr>
            <a:r>
              <a:t>This presentation explores the current trends, potential advancements, and ethical considerations in the field of Artificial Intelligence. It provides a comprehensive overview of what the future holds for AI and its impact on various sectors.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1.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An exploration of AI's potential and impact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Current trends and future advancements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Ethical considerations and societal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2. Current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Advancements in machine learning and deep learning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Growth of AI in healthcare, finance, and automotive industries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Increased adoption of AI in everyday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Rise of AI ethics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3. Future Advancements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Development of general AI with human-like reasoning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Integration of AI with Internet of Things (IoT) and 5G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AI-driven personalized education and healthcare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Autonomous systems and robotics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4.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Bias and fairness in AI algorithms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Privacy and security concerns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Job displacement and economic impact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Accountability and transparency in AI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AI holds immense potential for innovation and growth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Ethical considerations must guide AI development and deployment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Collaboration between policymakers, industry, and academia is crucial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The future of AI is bright, but responsible and inclusive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