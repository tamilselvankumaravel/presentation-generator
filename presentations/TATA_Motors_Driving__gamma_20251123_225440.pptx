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TA_Motors__Driving_Innovat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TATA Motors: Driving Innovation and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provides an overview of TATA Motors, its history, current trends, future innovations, and its impact on the automotive industry. It highlights the company's commitment to excellence and sustainability.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TATA Motors: Driving Innovation and Excellence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A leading global automotive manufacturer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Headquartered in India, with a strong international presence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Committed to innovation, sustainability, and excellence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History and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Founded in 1945 as TATA Engineering and Locomotive Company (TELCO)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Launched India's first indigenous truck, the TELCO 750, in 1954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Expanded globally with acquisitions and partnerships</a:t>
            </a:r>
          </a:p>
        </p:txBody>
      </p:sp>
      <p:pic>
        <p:nvPicPr>
          <p:cNvPr id="10" name="Picture 9" descr="tata_motars_history_growth_t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and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Focus on electric and hybrid vehicles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Investment in autonomous driving 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Expansion of connected car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Sustainable manufacturing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Future Predictions and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Plans to launch 10 new electric vehicles by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Expansion into new markets, including Europe and the USA</a:t>
            </a:r>
          </a:p>
        </p:txBody>
      </p:sp>
      <p:pic>
        <p:nvPicPr>
          <p:cNvPr id="8" name="Picture 7" descr="tata_motars_future_innov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tata_motars_future_innov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TATA Motors is a global leader in automotive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Committed to sustainability, safety, and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Continues to drive the future of mobility with cutting-edge technology and strategic investments</a:t>
            </a:r>
          </a:p>
        </p:txBody>
      </p:sp>
      <p:pic>
        <p:nvPicPr>
          <p:cNvPr id="10" name="Picture 9" descr="tata_motars_conclusion_summ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