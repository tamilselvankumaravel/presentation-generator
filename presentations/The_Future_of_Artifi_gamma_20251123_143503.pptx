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he_Future_of_Artificial_Int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57200"/>
            <a:ext cx="4114800" cy="59436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0" y="457200"/>
            <a:ext cx="4114800" cy="594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114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5200" b="1">
                <a:solidFill>
                  <a:srgbClr val="0A5C8C"/>
                </a:solidFill>
                <a:latin typeface="Segoe UI"/>
              </a:defRPr>
            </a:pPr>
            <a:r>
              <a:t>The Future of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4114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This presentation explores the current trends, future predictions, benefits, challenges, and ethical considerations of artificial intelligence. It provides a comprehensive overview of what the future holds for AI.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6B7280"/>
                </a:solidFill>
                <a:latin typeface="Segoe UI"/>
              </a:defRPr>
            </a:pPr>
            <a:r>
              <a:t>by AI Research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 b="1">
                <a:solidFill>
                  <a:srgbClr val="0A5C8C"/>
                </a:solidFill>
                <a:latin typeface="Segoe UI"/>
              </a:defRPr>
            </a:pPr>
            <a:r>
              <a:t>The Future of Artificial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28600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4688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Content for The Future of Artificial Intelligence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Current Trends in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Rapid advancements in machine learning and deep learning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429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Increased adoption of AI in various industries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800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Growth of AI as a Service (AIaaS) platforms</a:t>
            </a:r>
          </a:p>
        </p:txBody>
      </p:sp>
      <p:pic>
        <p:nvPicPr>
          <p:cNvPr id="10" name="Picture 9" descr="future_of_ai_current_trends_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4747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Future Predictions for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25603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Segoe UI"/>
              </a:defRPr>
            </a:pPr>
            <a: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0A5C8C"/>
                </a:solidFill>
                <a:latin typeface="Segoe UI"/>
              </a:defRPr>
            </a:pPr>
            <a:r>
              <a:t>AI will become more autonomous and self-improving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828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25603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Segoe UI"/>
              </a:defRPr>
            </a:pPr>
            <a:r>
              <a:t>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21031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0A5C8C"/>
                </a:solidFill>
                <a:latin typeface="Segoe UI"/>
              </a:defRPr>
            </a:pPr>
            <a:r>
              <a:t>AI will be integrated into everyday objects and environments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48463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Segoe UI"/>
              </a:defRPr>
            </a:pPr>
            <a:r>
              <a:t>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3891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0A5C8C"/>
                </a:solidFill>
                <a:latin typeface="Segoe UI"/>
              </a:defRPr>
            </a:pPr>
            <a:r>
              <a:t>AI will play a significant role in scientific discoveries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4114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48463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Segoe UI"/>
              </a:defRPr>
            </a:pPr>
            <a:r>
              <a:t>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59" y="43891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0A5C8C"/>
                </a:solidFill>
                <a:latin typeface="Segoe UI"/>
              </a:defRPr>
            </a:pPr>
            <a:r>
              <a:t>AI will enhance human capabilities and augment intelligence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0A5C8C"/>
                </a:solidFill>
                <a:latin typeface="Segoe UI"/>
              </a:defRPr>
            </a:pPr>
            <a:r>
              <a:t>Benefits and Challenges of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114800" cy="16459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Benefits: Increased efficiency, improved decision-making, and enhanced personalization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4114800" cy="16459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9319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Challenges: Job displacement, ethical concerns, and data privacy issues</a:t>
            </a:r>
          </a:p>
        </p:txBody>
      </p:sp>
      <p:pic>
        <p:nvPicPr>
          <p:cNvPr id="8" name="Picture 7" descr="future_of_ai_benefits_advanta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3200400" cy="2011680"/>
          </a:xfrm>
          <a:prstGeom prst="rect">
            <a:avLst/>
          </a:prstGeom>
        </p:spPr>
      </p:pic>
      <p:pic>
        <p:nvPicPr>
          <p:cNvPr id="9" name="Picture 8" descr="future_of_ai_benefits_advanta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3657600"/>
            <a:ext cx="320040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 b="1">
                <a:solidFill>
                  <a:srgbClr val="0A5C8C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28600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4688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The future of AI is promising and filled with opportunities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38328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5661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However, it also presents significant challenges and ethical considerations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48056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466344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Responsible AI development and regulation are crucial for a positive future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557784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576072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Stay informed and engaged in the ongoing AI conversation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