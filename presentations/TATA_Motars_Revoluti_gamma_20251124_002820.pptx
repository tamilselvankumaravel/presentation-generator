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ATA_Motars__Revolutionizing_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114800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914400"/>
            <a:ext cx="4114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2800" b="1">
                <a:solidFill>
                  <a:srgbClr val="0A5C8C"/>
                </a:solidFill>
                <a:latin typeface="Segoe UI"/>
              </a:defRPr>
            </a:pPr>
            <a:r>
              <a:t>TATA Motars: Revolutionizing the Automotive Industry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4114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This presentation provides an in-depth look at TATA Motars, covering its history, innovations, market presence, and future prospects. Discover how TATA Motars is shaping the future of transportation.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6B7280"/>
                </a:solidFill>
                <a:latin typeface="Segoe UI"/>
              </a:defRPr>
            </a:pPr>
            <a:r>
              <a:t>by AI Research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A5C8C"/>
                </a:solidFill>
                <a:latin typeface="Segoe UI"/>
              </a:defRPr>
            </a:pPr>
            <a:r>
              <a:t>TATA Motars: Pioneering Automotive Excellence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A5C8C"/>
                </a:solidFill>
                <a:latin typeface="Segoe UI"/>
              </a:defRPr>
            </a:pPr>
            <a:r>
              <a:t>• Overview of TATA Motars and its significance in the automotive industry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38328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566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Brief history and milestones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48056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6634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Commitment to innovation and sustainability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A5C8C"/>
                </a:solidFill>
                <a:latin typeface="Segoe UI"/>
              </a:defRPr>
            </a:pPr>
            <a:r>
              <a:t>Innovations and Technological Advancements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A5C8C"/>
                </a:solidFill>
                <a:latin typeface="Segoe UI"/>
              </a:defRPr>
            </a:pPr>
            <a:r>
              <a:t>Cutting-edge technologies integrated into TATA Motars vehicles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Focus on electric and hybrid vehicles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A5C8C"/>
                </a:solidFill>
                <a:latin typeface="Segoe UI"/>
              </a:defRPr>
            </a:pPr>
            <a:r>
              <a:t>Smart connectivity features and autonomous driving capabilities</a:t>
            </a:r>
          </a:p>
        </p:txBody>
      </p:sp>
      <p:pic>
        <p:nvPicPr>
          <p:cNvPr id="10" name="Picture 9" descr="tata_motars_electric_hybrid_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Market Presence and Global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TATA Motars' market share and global reach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Key markets and strategic partnerships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63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Impact on local economies and job creation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A5C8C"/>
                </a:solidFill>
                <a:latin typeface="Segoe UI"/>
              </a:defRPr>
            </a:pPr>
            <a:r>
              <a:t>Sustainability and Environmental Initiatives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TATA Motars' commitment to reducing carbon footprint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Eco-friendly manufacturing processes</a:t>
            </a:r>
          </a:p>
        </p:txBody>
      </p:sp>
      <p:pic>
        <p:nvPicPr>
          <p:cNvPr id="8" name="Picture 7" descr="tata_motars_sustainability_in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200400" cy="2011680"/>
          </a:xfrm>
          <a:prstGeom prst="rect">
            <a:avLst/>
          </a:prstGeom>
        </p:spPr>
      </p:pic>
      <p:pic>
        <p:nvPicPr>
          <p:cNvPr id="9" name="Picture 8" descr="tata_motars_sustainability_in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657600"/>
            <a:ext cx="32004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A5C8C"/>
                </a:solidFill>
                <a:latin typeface="Segoe UI"/>
              </a:defRPr>
            </a:pPr>
            <a:r>
              <a:t>Conclusion: The Future of TATA Motars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Summary of key points discussed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Future prospects and upcoming projects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TATA Motars' vision for a sustainable and connected future</a:t>
            </a:r>
          </a:p>
        </p:txBody>
      </p:sp>
      <p:pic>
        <p:nvPicPr>
          <p:cNvPr id="10" name="Picture 9" descr="tata_motars_future_innovati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