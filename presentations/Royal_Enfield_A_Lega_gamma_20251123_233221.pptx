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_Enfield__A_Legacy_of_Ad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200" b="1">
                <a:solidFill>
                  <a:srgbClr val="0A5C8C"/>
                </a:solidFill>
                <a:latin typeface="Segoe UI"/>
              </a:defRPr>
            </a:pPr>
            <a:r>
              <a:t>Royal Enfield: A Legacy of Adventure and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rich history, iconic models, global presence, and future innovations of Royal Enfield. Discover how this legendary brand continues to captivate motorcycle enthusiasts worldwide.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A5C8C"/>
                </a:solidFill>
                <a:latin typeface="Segoe UI"/>
              </a:defRPr>
            </a:pPr>
            <a:r>
              <a:t>Royal Enfield: A Legacy of Adventure and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Content for Royal Enfield: A Legacy of Adventure and Innovation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A Glimpse into History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Founded in 1898 in England, one of the oldest motorcycle brands in the world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Known for producing robust, affordable, and reliable motorcycles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Gained fame during World War II for its military motorcycles</a:t>
            </a:r>
          </a:p>
        </p:txBody>
      </p:sp>
      <p:pic>
        <p:nvPicPr>
          <p:cNvPr id="10" name="Picture 9" descr="royal_enfield_historical_mo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Iconic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Bullets: The classic, timeless model that started it 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Classic Series: A blend of vintage design and modern technology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Himalayan: A purpose-built adventure motorcycle for rugged terrains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Continental GT: Inspired by 1960s caf racers, offering a sporty ride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Global Presence and Community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Presence in over 50 countries with a strong dealer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Thriving community of riders and enthusiasts worldwide</a:t>
            </a:r>
          </a:p>
        </p:txBody>
      </p:sp>
      <p:pic>
        <p:nvPicPr>
          <p:cNvPr id="8" name="Picture 7" descr="royal_enfield_global_commun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royal_enfield_global_commun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Conclusion: The Spirit of Royal Enfield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Royal Enfield's rich history and iconic models have cemented its place in motorcycle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The brand's global presence and community continue to grow and inspire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With a focus on innovation and adventure, Royal Enfield's future looks promising</a:t>
            </a:r>
          </a:p>
        </p:txBody>
      </p:sp>
      <p:pic>
        <p:nvPicPr>
          <p:cNvPr id="10" name="Picture 9" descr="royal_enfield_adventure_spir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