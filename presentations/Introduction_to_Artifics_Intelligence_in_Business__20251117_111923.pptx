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Introduction to Artifics Intelligence in Business: The Future is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699CC"/>
                </a:solidFill>
              </a:defRPr>
            </a:pPr>
            <a:r>
              <a:t>This presentation provides an insight into the role of AI within modern business operations, highlighting its transformative capabilities.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1. Understanding Artificial Intelligence (AI)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Define artificial intelligence and distinguish between narrow/general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Explore the history of AI development from its inception to modern advancements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2. The Impact of AI on Business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Discuss how AI improves efficiency and productivity in various business sectors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Highlight the use cases where AI is already being implemented successfully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