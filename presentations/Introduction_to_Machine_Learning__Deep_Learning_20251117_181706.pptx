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Introduction to Mach</a:t>
            </a:r>
          </a:p>
          <a:p>
            <a:r>
              <a:t>ine Learning &amp; Deep</a:t>
            </a:r>
          </a:p>
          <a:p>
            <a:r>
              <a:t>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6699CC"/>
                </a:solidFill>
              </a:defRPr>
            </a:pPr>
            <a:r>
              <a:t>This presentation provides an</a:t>
            </a:r>
          </a:p>
          <a:p>
            <a:r>
              <a:t>overview of Machine Learning (</a:t>
            </a:r>
          </a:p>
          <a:p>
            <a:r>
              <a:t>ML) and Deep Learning (DL), th</a:t>
            </a:r>
          </a:p>
          <a:p>
            <a:r>
              <a:t>eir applications, and the key</a:t>
            </a:r>
          </a:p>
          <a:p>
            <a:r>
              <a:t>differences between them. It i</a:t>
            </a:r>
          </a:p>
          <a:p>
            <a:r>
              <a:t>s designed for professionals s</a:t>
            </a:r>
          </a:p>
          <a:p>
            <a:r>
              <a:t>eeking to understand the funda</a:t>
            </a:r>
          </a:p>
          <a:p>
            <a:r>
              <a:t>mentals of these transformativ</a:t>
            </a:r>
          </a:p>
          <a:p>
            <a:r>
              <a:t>e technologies.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 Introduction to ML &amp; D</a:t>
            </a:r>
          </a:p>
          <a:p>
            <a:r>
              <a:t>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Machine Learning (ML) and Deep</a:t>
            </a:r>
          </a:p>
          <a:p>
            <a:r>
              <a:t>Learning (DL) are subsets of</a:t>
            </a:r>
          </a:p>
          <a:p>
            <a:r>
              <a:t>Artificial Intelligence (AI).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They enable systems to learn a</a:t>
            </a:r>
          </a:p>
          <a:p>
            <a:r>
              <a:t>nd improve from experience wit</a:t>
            </a:r>
          </a:p>
          <a:p>
            <a:r>
              <a:t>hout being explicitly programm</a:t>
            </a:r>
          </a:p>
          <a:p>
            <a:r>
              <a:t>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ML and DL are transforming ind</a:t>
            </a:r>
          </a:p>
          <a:p>
            <a:r>
              <a:t>ustries by automating tasks, i</a:t>
            </a:r>
          </a:p>
          <a:p>
            <a:r>
              <a:t>mproving decision-making, and</a:t>
            </a:r>
          </a:p>
          <a:p>
            <a:r>
              <a:t>uncovering insights from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 What is Machine Learni</a:t>
            </a:r>
          </a:p>
          <a:p>
            <a:r>
              <a:t>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ML is a method of data analysi</a:t>
            </a:r>
          </a:p>
          <a:p>
            <a:r>
              <a:t>s that automates the building</a:t>
            </a:r>
          </a:p>
          <a:p>
            <a:r>
              <a:t>of analytical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It focuses on the development</a:t>
            </a:r>
          </a:p>
          <a:p>
            <a:r>
              <a:t>of computer programs that can</a:t>
            </a:r>
          </a:p>
          <a:p>
            <a:r>
              <a:t>access data and use it to lear</a:t>
            </a:r>
          </a:p>
          <a:p>
            <a:r>
              <a:t>n for themselves.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Common techniques include supe</a:t>
            </a:r>
          </a:p>
          <a:p>
            <a:r>
              <a:t>rvised learning, unsupervised</a:t>
            </a:r>
          </a:p>
          <a:p>
            <a:r>
              <a:t>learning, and reinforcement le</a:t>
            </a:r>
          </a:p>
          <a:p>
            <a:r>
              <a:t>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 What is Deep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DL is a subset of ML that uses</a:t>
            </a:r>
          </a:p>
          <a:p>
            <a:r>
              <a:t>neural networks with many lay</a:t>
            </a:r>
          </a:p>
          <a:p>
            <a:r>
              <a:t>ers (deep neural networks).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It is inspired by the structur</a:t>
            </a:r>
          </a:p>
          <a:p>
            <a:r>
              <a:t>e and function of the human br</a:t>
            </a:r>
          </a:p>
          <a:p>
            <a:r>
              <a:t>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DL excels at processing unstru</a:t>
            </a:r>
          </a:p>
          <a:p>
            <a:r>
              <a:t>ctured data like images, audio</a:t>
            </a:r>
          </a:p>
          <a:p>
            <a:r>
              <a:t>, and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 ML vs. DL: Key Differe</a:t>
            </a:r>
          </a:p>
          <a:p>
            <a:r>
              <a:t>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ML algorithms typically requir</a:t>
            </a:r>
          </a:p>
          <a:p>
            <a:r>
              <a:t>e structured data, while DL ca</a:t>
            </a:r>
          </a:p>
          <a:p>
            <a:r>
              <a:t>n handle unstructured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DL requires large amounts of d</a:t>
            </a:r>
          </a:p>
          <a:p>
            <a:r>
              <a:t>ata and computational power, w</a:t>
            </a:r>
          </a:p>
          <a:p>
            <a:r>
              <a:t>hereas ML can work with smalle</a:t>
            </a:r>
          </a:p>
          <a:p>
            <a:r>
              <a:t>r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DL is often used for complex t</a:t>
            </a:r>
          </a:p>
          <a:p>
            <a:r>
              <a:t>asks like image and speech rec</a:t>
            </a:r>
          </a:p>
          <a:p>
            <a:r>
              <a:t>ognition, while ML is used for</a:t>
            </a:r>
          </a:p>
          <a:p>
            <a:r>
              <a:t>a wider range of tasks, inclu</a:t>
            </a:r>
          </a:p>
          <a:p>
            <a:r>
              <a:t>ding classification, regressio</a:t>
            </a:r>
          </a:p>
          <a:p>
            <a:r>
              <a:t>n, and clustering.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ML and DL are powerful tools t</a:t>
            </a:r>
          </a:p>
          <a:p>
            <a:r>
              <a:t>hat are driving innovation acr</a:t>
            </a:r>
          </a:p>
          <a:p>
            <a:r>
              <a:t>oss industries.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Understanding their fundamenta</a:t>
            </a:r>
          </a:p>
          <a:p>
            <a:r>
              <a:t>ls is crucial for professional</a:t>
            </a:r>
          </a:p>
          <a:p>
            <a:r>
              <a:t>s in the digital 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As these technologies continue</a:t>
            </a:r>
          </a:p>
          <a:p>
            <a:r>
              <a:t>to evolve, their impact on so</a:t>
            </a:r>
          </a:p>
          <a:p>
            <a:r>
              <a:t>ciety will only grow.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