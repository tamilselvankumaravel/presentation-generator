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e_Future_of_Artificial_Int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he_Future_of_Artificial_Int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32004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6400" b="1">
                <a:solidFill>
                  <a:srgbClr val="0A5C8C"/>
                </a:solidFill>
                <a:latin typeface="Segoe UI"/>
              </a:defRPr>
            </a:pPr>
            <a:r>
              <a:t>The Future of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A5C8C"/>
                </a:solidFill>
                <a:latin typeface="Segoe UI"/>
              </a:defRPr>
            </a:pPr>
            <a:r>
              <a:t>This presentation explores the current trends, future predictions, benefits, challenges, and ethical considerations of artificial intelligence. It provides a comprehensive overview of what the future holds for AI and its impact on society.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0A5C8C"/>
                </a:solidFill>
                <a:latin typeface="Segoe UI"/>
              </a:defRPr>
            </a:pPr>
            <a:r>
              <a:t>The Future of Artificial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Exploring the advancements and potential of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38328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566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Understanding the impact on various industries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48056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6634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Discussing the benefits, challenges, and ethical considerations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Current Trends in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Rapid advancements in machine learning and deep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Increased adoption of AI in healthcare, finance, and transportation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Growth of AI-powered virtual assistants and chatbots</a:t>
            </a:r>
          </a:p>
        </p:txBody>
      </p:sp>
      <p:pic>
        <p:nvPicPr>
          <p:cNvPr id="10" name="Picture 9" descr="future_of_ai_current_trends_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Future Predictions for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560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AI-driven automation will transform the job market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560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AI will play a crucial role in scientific discoveries and innovations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4846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AI will become more integrated into daily life, enhancing convenience and efficiency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846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4389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AI will raise ethical and societal questions that need to be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A5C8C"/>
                </a:solidFill>
                <a:latin typeface="Segoe UI"/>
              </a:defRPr>
            </a:pPr>
            <a:r>
              <a:t>Benefits and Challenges of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Benefits: Increased efficiency, improved decision-making, and enhanced personalization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Challenges: Job displacement, data privacy concerns, and ethical dilemmas</a:t>
            </a:r>
          </a:p>
        </p:txBody>
      </p:sp>
      <p:pic>
        <p:nvPicPr>
          <p:cNvPr id="8" name="Picture 7" descr="future_of_ai_benefits_advanta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200400" cy="2011680"/>
          </a:xfrm>
          <a:prstGeom prst="rect">
            <a:avLst/>
          </a:prstGeom>
        </p:spPr>
      </p:pic>
      <p:pic>
        <p:nvPicPr>
          <p:cNvPr id="9" name="Picture 8" descr="future_of_ai_benefits_advanta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657600"/>
            <a:ext cx="32004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AI holds immense potential for transforming industries and improving lives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Addressing challenges and ethical considerations is crucial for responsible AI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The future of AI is bright, and collaboration between technologists, policymakers, and society is key to harnessing its benefits</a:t>
            </a:r>
          </a:p>
        </p:txBody>
      </p:sp>
      <p:pic>
        <p:nvPicPr>
          <p:cNvPr id="10" name="Picture 9" descr="future_of_ai_collaboration_te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