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86000"/>
            <a:ext cx="64008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7315200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6" name="Rounded Rectangle 5"/>
          <p:cNvSpPr/>
          <p:nvPr/>
        </p:nvSpPr>
        <p:spPr>
          <a:xfrm>
            <a:off x="1371600" y="1828800"/>
            <a:ext cx="64008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275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-2286000"/>
            <a:ext cx="5486400" cy="5486400"/>
          </a:xfrm>
          <a:prstGeom prst="ellipse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5400" b="1">
                <a:solidFill>
                  <a:srgbClr val="F8FAFC"/>
                </a:solidFill>
                <a:latin typeface="Segoe UI"/>
              </a:defRPr>
            </a:pPr>
            <a:r>
              <a:t>Multi-Theme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94A3B8"/>
                </a:solidFill>
                <a:latin typeface="Segoe UI"/>
              </a:defRPr>
            </a:pPr>
            <a:r>
              <a:t>Testing random themes and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7" name="Rounded Rectangle 6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A3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41148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This slide should have an image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Layout should be two-column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Theme colors should be consistent</a:t>
            </a:r>
          </a:p>
        </p:txBody>
      </p:sp>
      <p:pic>
        <p:nvPicPr>
          <p:cNvPr id="4" name="Picture 3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320040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A3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Text Only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This slide has NO image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It should use full width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Text should be readable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58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