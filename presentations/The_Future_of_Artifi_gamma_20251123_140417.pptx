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5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AI's potential impact on various sectors and society as a whole.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An exploration of AI's potential and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Understanding current trends and future predictions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Examining benefits, challenges, and ethical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Increasing adoption of AI in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AI-powered devices and IoT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becoming ubiquitous in daily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Advancements in AI-driven healthcare and medicine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in climate change and environmental conservation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Potential development of artificial general intelligence (AGI)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new job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privacy concerns, and potential misuse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holds immense potential for transforming industries and society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Addressing challenges and ethical considerations is crucial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Continued research, development, and responsible implementation are key to shaping the future of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