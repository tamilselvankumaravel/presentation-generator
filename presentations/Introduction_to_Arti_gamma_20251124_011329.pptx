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roduction_to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500" b="1">
                <a:solidFill>
                  <a:srgbClr val="0A5C8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 comprehensive overview of Artificial Intelligence (AI), covering its definition, history, applications, benefits, and future trends. It is designed to be informative and engaging for a professional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Introduction to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AI refers to the simulation of human intelligence in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Involves learning, reasoning, problem-solving, and 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Can be categorized into narrow AI and general AI</a:t>
            </a:r>
          </a:p>
        </p:txBody>
      </p:sp>
      <p:pic>
        <p:nvPicPr>
          <p:cNvPr id="10" name="Picture 9" descr="introduction_to_ai_definition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Evolution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Origins trace back to ancient myths and philosophical debates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Modern AI began in the mid-20th century with Alan Turing's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Key milestones include the development of expert systems, machine learning, and deep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Recent advancements driven by big data, powerful computing, and innovative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Applications and Benefits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AI is transforming industries such as healthcare, finance, and transportation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Enhances efficiency, accuracy, and decision-making processes</a:t>
            </a:r>
          </a:p>
        </p:txBody>
      </p:sp>
      <p:pic>
        <p:nvPicPr>
          <p:cNvPr id="8" name="Picture 7" descr="introduction_to_ai_appl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introduction_to_ai_appl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AI is a rapidly evolving field with immense potential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Understanding AI is crucial for leveraging its benefits and addressing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Future trends include advancements in general AI, ethical considerations, and global collaboration</a:t>
            </a:r>
          </a:p>
        </p:txBody>
      </p:sp>
      <p:pic>
        <p:nvPicPr>
          <p:cNvPr id="10" name="Picture 9" descr="introduction_to_ai_future_t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