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CC3333"/>
                </a:solidFill>
              </a:defRPr>
            </a:pPr>
            <a:r>
              <a:t>Introduction to Machine Learning: Unlocking the Power of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9933"/>
                </a:solidFill>
              </a:defRPr>
            </a:pPr>
            <a:r>
              <a:t>Explore machine learning, its principles, applications, and algorithms in a friendly and conversational tone.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3333"/>
                </a:solidFill>
              </a:defRPr>
            </a:pPr>
            <a:r>
              <a:t>1. Welcome to Machine Learning!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• Machine Learning (ML) uses computer algorithms that can learn from data without explicit programming. Imagine teaching a robot or software by showing it examples and letting them infer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44444"/>
                </a:solidFill>
              </a:defRPr>
            </a:pPr>
            <a:r>
              <a:t>• It's like training your phone camera with different images so it gets better at recognizing faces over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