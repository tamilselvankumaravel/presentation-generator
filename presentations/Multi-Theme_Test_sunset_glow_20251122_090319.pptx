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ulti_Theme_Tes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2286000"/>
            <a:ext cx="54864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560320"/>
            <a:ext cx="51206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defRPr sz="6400" b="1">
                <a:solidFill>
                  <a:srgbClr val="1E293B"/>
                </a:solidFill>
                <a:latin typeface="Segoe UI"/>
              </a:defRPr>
            </a:pPr>
            <a:r>
              <a:t>Multi-Theme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9319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475569"/>
                </a:solidFill>
                <a:latin typeface="Segoe UI"/>
              </a:defRPr>
            </a:pPr>
            <a:r>
              <a:t>Testing random themes and layouts.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lorful_abstract_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73152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This slide should have an image</a:t>
            </a:r>
          </a:p>
          <a:p>
            <a:pPr algn="l">
              <a:spcAft>
                <a:spcPts val="8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Layout should be two-column</a:t>
            </a:r>
          </a:p>
          <a:p>
            <a:pPr algn="l">
              <a:spcAft>
                <a:spcPts val="8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Theme colors should be consistent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ern_business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548640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1828800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defRPr sz="4000" b="1">
                <a:solidFill>
                  <a:srgbClr val="1E293B"/>
                </a:solidFill>
                <a:latin typeface="Segoe UI"/>
              </a:defRPr>
            </a:pPr>
            <a:r>
              <a:t>Text Only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9260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475569"/>
                </a:solidFill>
                <a:latin typeface="Segoe UI"/>
              </a:defRPr>
            </a:pPr>
            <a:r>
              <a:t>• This slide has NO image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475569"/>
                </a:solidFill>
                <a:latin typeface="Segoe UI"/>
              </a:defRPr>
            </a:pPr>
            <a:r>
              <a:t>• It should use full width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475569"/>
                </a:solidFill>
                <a:latin typeface="Segoe UI"/>
              </a:defRPr>
            </a:pPr>
            <a:r>
              <a:t>• Text should be readable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