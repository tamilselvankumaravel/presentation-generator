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Introduction to AI in Business: Unlocking Potential for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99CC"/>
                </a:solidFill>
              </a:defRPr>
            </a:pPr>
            <a:r>
              <a:t>This presentation explores the transformative impact of artificial intelligence on business processes, decision-making, and efficiency.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1. Understanding Artificsitc Intelligence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Define AI as the simulation of human intelligence in machines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Highlight its capabilities including learning and problem-solving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Emphasize on how businesses can leverage these technologies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2. Evolution of Artificial Intelligence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Trace the history from early computing machines to modern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Discuss major milestones and breakthroughs in machine learning and natural language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Explain how these advancements have made AI more accessible for businesses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3. Integrating Artificial Intelligence into Business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Identify common areas of application such as customer service and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Present case studies where AI implementation led to efficiency improvements in business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Discuss potential barriers including cost, complexity, and workforce displacement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4. The Future of Artificial Intelligence (AI) in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Explore emerging trends such as generative AI and its implications for content creation and marketing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Predict how continued innovation could further streamline business processes, improve customer experiences, and drive growth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5. Conclusion: Embracing the AI Revolution in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Summarize key insights from presentation about opportunities that AI presents for businesses of all sizes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Encourage proactive adaptation to ensure competitive advantage and future-proof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