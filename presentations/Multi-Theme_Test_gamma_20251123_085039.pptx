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lti_Theme_Test_abstract_b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0000"/>
              </a:lnSpc>
              <a:defRPr sz="11000" b="1">
                <a:solidFill>
                  <a:srgbClr val="FFFFFF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DCDCDC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2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This slide should have an image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Layout should be two-column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777240"/>
          </a:xfrm>
          <a:prstGeom prst="rect">
            <a:avLst/>
          </a:prstGeom>
          <a:solidFill>
            <a:srgbClr val="883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9144000" cy="777240"/>
          </a:xfrm>
          <a:prstGeom prst="rect">
            <a:avLst/>
          </a:prstGeom>
          <a:solidFill>
            <a:srgbClr val="943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solidFill>
            <a:srgbClr val="A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9144000" cy="777240"/>
          </a:xfrm>
          <a:prstGeom prst="rect">
            <a:avLst/>
          </a:prstGeom>
          <a:solidFill>
            <a:srgbClr val="AD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9144000" cy="777240"/>
          </a:xfrm>
          <a:prstGeom prst="rect">
            <a:avLst/>
          </a:prstGeom>
          <a:solidFill>
            <a:srgbClr val="BA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9144000" cy="777240"/>
          </a:xfrm>
          <a:prstGeom prst="rect">
            <a:avLst/>
          </a:prstGeom>
          <a:solidFill>
            <a:srgbClr val="C6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9144000" cy="777240"/>
          </a:xfrm>
          <a:prstGeom prst="rect">
            <a:avLst/>
          </a:prstGeom>
          <a:solidFill>
            <a:srgbClr val="D3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9144000" cy="777240"/>
          </a:xfrm>
          <a:prstGeom prst="rect">
            <a:avLst/>
          </a:prstGeom>
          <a:solidFill>
            <a:srgbClr val="DF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914400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defRPr sz="9000" b="1">
                <a:solidFill>
                  <a:srgbClr val="FFFFFF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This slide has NO image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It should use full width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