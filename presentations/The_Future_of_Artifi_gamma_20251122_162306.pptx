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explores the advancements, impacts, and ethical considerations of Artificial Intelligence in the coming years. It provides a comprehensive overview of AI's potential and the challenges it presents.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Presented by [Your Name]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Date: [Presentation Date]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Exploring the advancements and impacts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technology_advance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Advancements in AI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Rapid progress in machine learning and deep learning algorithms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Increased computational power and data availability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Emergence of AI in various industries: healthcare, finance, automotive, etc.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Development of more sophisticated AI models like transformers and 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Impact of AI on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Transformation of job markets and the need for reskilling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Enhanced decision-making capabilities in various sectors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Improved healthcare diagnostics and personalized medicine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Potential for increased automation and ethical considerations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Ethical Considerations and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Bias and fairness in AI algorithms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Privacy concerns and data security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Accountability and transparency in AI decision-making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Regulatory frameworks and ethical guidelines for AI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AI holds immense potential for transforming industries and improving lives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Addressing ethical considerations and challenges is crucial for responsible AI development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Continuous research, collaboration, and regulation are essential for shaping the future of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