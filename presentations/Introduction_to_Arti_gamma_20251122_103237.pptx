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troduction_to_Artificial_I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5486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defRPr sz="6000" b="1">
                <a:solidFill>
                  <a:srgbClr val="111827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74151"/>
                </a:solidFill>
                <a:latin typeface="Segoe UI"/>
              </a:defRPr>
            </a:pPr>
            <a:r>
              <a:t>This presentation provides a comprehensive overview of Artificial Intelligence, covering its definition, history, types, applications, and future trends. It is designed to be informative and engaging for a professional audience.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imal_abstrac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6400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111827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A journey into the world of AI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Understanding the fundamentals and implications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Designed for professionals and enthusiasts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114800" cy="5029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tificial_Intelligence_diag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3931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46320" y="1371600"/>
            <a:ext cx="384048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111827"/>
                </a:solidFill>
                <a:latin typeface="Segoe UI"/>
              </a:defRPr>
            </a:pPr>
            <a:r>
              <a:t>What is Artificial Intelligence?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Simulation of human intelligence in machines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Capabilities: learning, reasoning, problem-solving, perception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Subfields: Machine Learning, Natural Language Processing, Robotics, Computer 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fessional_modern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3400" b="1">
                <a:solidFill>
                  <a:srgbClr val="111827"/>
                </a:solidFill>
                <a:latin typeface="Segoe UI"/>
              </a:defRPr>
            </a:pPr>
            <a:r>
              <a:t>A Brief History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92608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1950s: Birth of AI as a field (Turing, McCullouch-Pitts)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1980s: Expert Systems and commercial AI applications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2010s: Deep Learning and AI's resurgence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imal_abstrac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6400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111827"/>
                </a:solidFill>
                <a:latin typeface="Segoe UI"/>
              </a:defRPr>
            </a:pPr>
            <a:r>
              <a:t>Applications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Healthcare: Disease diagnosis, drug discovery, personalized medicine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Finance: Fraud detection, algorithmic trading, risk assessment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Automotive: Autonomous vehicles, driver assistance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114800" cy="5029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uture_of_Artificial_Intelli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3931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46320" y="1371600"/>
            <a:ext cx="384048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111827"/>
                </a:solidFill>
                <a:latin typeface="Segoe UI"/>
              </a:defRPr>
            </a:pPr>
            <a:r>
              <a:t>Conclusion and Future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AI is transforming industries and societies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Future trends: Explainable AI, AI ethics, AI in edge computing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Lifelong learning and staying updated in the AI field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