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_Enfield__Legacy__Innov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114800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914400"/>
            <a:ext cx="4114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500" b="1">
                <a:solidFill>
                  <a:srgbClr val="0A5C8C"/>
                </a:solidFill>
                <a:latin typeface="Segoe UI"/>
              </a:defRPr>
            </a:pPr>
            <a:r>
              <a:t>Royal Enfield: Legacy, Innovation, and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4114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This presentation explores the rich history, current market position, and future prospects of Royal Enfield, a iconic motorcycle brand. It highlights the brand's unique features and its impact on the global motorcycle industry.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5C8C"/>
                </a:solidFill>
                <a:latin typeface="Segoe UI"/>
              </a:defRPr>
            </a:pPr>
            <a:r>
              <a:t>Royal Enfield: A Legacy of Excellence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Founded in 1901, Royal Enfield is one of the oldest motorcycle brands in the world.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38328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566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Known for its classic design and robust engines, the brand has a cult following.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48056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6634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Headquartered in Chennai, India, Royal Enfield has a significant global presence.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57784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57607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The brand is renowned for its Bullet model, which has been in production since 1932.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Market Position and Unique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Royal Enfield is the largest manufacturer of middleweight motorcycles in the world.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The brand's motorcycles are known for their timeless design and reliable performance.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Royal Enfield offers a range of models, including the Classic, Himalayan, and Interceptor.</a:t>
            </a:r>
          </a:p>
        </p:txBody>
      </p:sp>
      <p:pic>
        <p:nvPicPr>
          <p:cNvPr id="10" name="Picture 9" descr="royal_enfield_market_position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Current Trends and Innovations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Royal Enfield is embracing digital technology with features like Bluetooth connectivity and trip computers.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The brand is expanding its electric vehicle lineup to meet global sustainability goals.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Royal Enfield has been investing in new manufacturing facilities to increase production capacity.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4206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4663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The brand's customization options and accessories have seen significant growth.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A5C8C"/>
                </a:solidFill>
                <a:latin typeface="Segoe UI"/>
              </a:defRPr>
            </a:pPr>
            <a:r>
              <a:t>Global Impact and Community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Royal Enfield has a strong community of enthusiasts and riders worldwide.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The brand sponsors and participates in various motorcycle rallies and events.</a:t>
            </a:r>
          </a:p>
        </p:txBody>
      </p:sp>
      <p:pic>
        <p:nvPicPr>
          <p:cNvPr id="8" name="Picture 7" descr="royal_enfield_global_commun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9" name="Picture 8" descr="royal_enfield_global_commun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A5C8C"/>
                </a:solidFill>
                <a:latin typeface="Segoe UI"/>
              </a:defRPr>
            </a:pPr>
            <a:r>
              <a:t>Conclusion: The Future of Royal Enfield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Royal Enfield continues to innovate while staying true to its heritage.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The brand's focus on sustainability and digital integration positions it for future growth.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With a strong community and global presence, Royal Enfield is set to remain a leader in the motorcycle industry.</a:t>
            </a:r>
          </a:p>
        </p:txBody>
      </p:sp>
      <p:pic>
        <p:nvPicPr>
          <p:cNvPr id="10" name="Picture 9" descr="royal_enfield_future_innovat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