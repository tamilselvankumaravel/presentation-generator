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automation and robotics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AI will become more autonomous and self-improving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AI will revolutionize healthcare with personalized medicine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AI will enhance cybersecurity with advanced threat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AI will enable more sophisticated virtual and augmented reality experiences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new business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data privacy concerns, and ethical dilemmas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Embracing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holds immense potential to transform our 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Collaboration between technologists, policymakers, and society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Ethical considerations and responsible AI development are paramount</a:t>
            </a:r>
          </a:p>
        </p:txBody>
      </p:sp>
      <p:pic>
        <p:nvPicPr>
          <p:cNvPr id="10" name="Picture 9" descr="future_of_ai_conclusion_embr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