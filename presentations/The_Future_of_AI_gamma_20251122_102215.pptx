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e_Future_of_AI_professional_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560320"/>
            <a:ext cx="5486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6000" b="1">
                <a:solidFill>
                  <a:srgbClr val="111827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74151"/>
                </a:solidFill>
                <a:latin typeface="Segoe UI"/>
              </a:defRPr>
            </a:pPr>
            <a:r>
              <a:t>This presentation explores the current trends, potential advancements, and ethical considerations in the field of Artificial Intelligence. It provides a comprehensive overview of what the future might hold for AI and its impact on society.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The Future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 journey into the advancements and implications of Artificial Intelligence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Exploring current trends and future possibilities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Understanding the impact on society and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urrent_trends_in_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Rapid advancements in machine learning and deep learning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Increasing adoption of AI in various industries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Growth of AI-powered personal assistants and smart devices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Expansion of AI in healthcare and finance sectors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fessional_modern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1371600"/>
            <a:ext cx="548640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 sz="3400" b="1">
                <a:solidFill>
                  <a:srgbClr val="111827"/>
                </a:solidFill>
                <a:latin typeface="Segoe UI"/>
              </a:defRPr>
            </a:pPr>
            <a:r>
              <a:t>Potential Advancements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926080"/>
            <a:ext cx="4023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Development of more sophisticated AI algorithms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Integration of AI with Internet of Things (IoT)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Advancements in natural language processing and computer vision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  <a:defRPr sz="1500">
                <a:solidFill>
                  <a:srgbClr val="374151"/>
                </a:solidFill>
                <a:latin typeface="Segoe UI"/>
              </a:defRPr>
            </a:pPr>
            <a:r>
              <a:t>• Potential for AI to solve complex global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inimal_abstrac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lumMod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64008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459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600" b="1">
                <a:solidFill>
                  <a:srgbClr val="111827"/>
                </a:solidFill>
                <a:latin typeface="Segoe UI"/>
              </a:defRPr>
            </a:pPr>
            <a:r>
              <a:t>Ethical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74320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Ensuring transparency and explainability in AI decision-making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Addressing bias and fairness in AI systems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Protecting privacy and data security</a:t>
            </a:r>
          </a:p>
          <a:p>
            <a:pPr algn="l">
              <a:lnSpc>
                <a:spcPct val="140000"/>
              </a:lnSpc>
              <a:spcAft>
                <a:spcPts val="1600"/>
              </a:spcAft>
              <a:defRPr sz="1600">
                <a:solidFill>
                  <a:srgbClr val="374151"/>
                </a:solidFill>
                <a:latin typeface="Segoe UI"/>
              </a:defRPr>
            </a:pPr>
            <a:r>
              <a:t>• Establishing ethical guidelines and regulations for AI development and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4114800" cy="5029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uture_of_AI_conclu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3931920" cy="4846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46320" y="1371600"/>
            <a:ext cx="38404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0" y="18288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3000" b="1">
                <a:solidFill>
                  <a:srgbClr val="111827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The future of AI holds immense potential for innovation and progress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Ethical considerations and responsible development are crucial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Continuous learning and adaptation will be key to harnessing AI's benefits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defRPr sz="1400">
                <a:solidFill>
                  <a:srgbClr val="374151"/>
                </a:solidFill>
                <a:latin typeface="Segoe UI"/>
              </a:defRPr>
            </a:pPr>
            <a:r>
              <a:t>• Thank you for your attention and engagement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