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_Enfield__A_Legacy_of_Ad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8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rich history, iconic models, global presence, and future innovations of Royal Enfield. Discover what makes this brand a legend in the motorcycle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Royal Enfield: A Legacy of Adventure and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 Glimpse into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Founded in 1898, one of the oldest motorcycle brands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Iconic Bullet model introduced in 1932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Rebranded and revived in 1990s under Enfield India</a:t>
            </a:r>
          </a:p>
        </p:txBody>
      </p:sp>
      <p:pic>
        <p:nvPicPr>
          <p:cNvPr id="10" name="Picture 9" descr="royal_enfield_vintage_bullet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Iconic Models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Classic 350 and 500: Timeless design with modern 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Himalayan: Adventure bike for rugged terrains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Continental GT: Retro-modern caf racer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Electronic fuel injection and ABS for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Global Presence and Community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Strong presence in India, Europe, and North America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Popular among adventure and retro motorcycle enthusiasts</a:t>
            </a:r>
          </a:p>
        </p:txBody>
      </p:sp>
      <p:pic>
        <p:nvPicPr>
          <p:cNvPr id="8" name="Picture 7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Conclusion: The Future of Royal Enfield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Continuing legacy with modern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Expanding electric vehicle lineup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Growing global market presence</a:t>
            </a:r>
          </a:p>
        </p:txBody>
      </p:sp>
      <p:pic>
        <p:nvPicPr>
          <p:cNvPr id="10" name="Picture 9" descr="royal_enfield_future_electric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