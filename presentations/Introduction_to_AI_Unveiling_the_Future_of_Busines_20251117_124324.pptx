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AI: Unveiling the Future of Business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an insight into Artificial Intelligence, its impact on various industries, potential business applications, ethical considerations and future directions.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Artificial intelligence (AI) refers to machines imitating human-like learning from experience using data sets without explicit programming; deep learning with multiple processing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includes technologies like machine learning algorithms and neural networks that enable computers to learn, adapt, and improve tasks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The Impact of AI on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Enhances efficiency by automating routine processes across various industries.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contributes to data analysis and decision-making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Facilitates personalized customer experiences through understanding individual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Potential Business Applications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can optimize business processes across supply chain and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Machine learning algorithms identify trends in customer behavior for targeted marketing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Predictive analytics aid proactive decision-making with accurate risk assessments.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Ethical Considerations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Important to establish ethical guidelines for data privacy and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should be used in a way that minimizes job displacement effect on the workforce.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Transparent algorithms are needed to avoid biases, discrimination or misuse.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Conclusion: The Future of AI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is poised to be a transformative force across industries by improving efficiency and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Ethical considerations are crucial for responsible implementation of AI technologies in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Continued research, development and investment will unlock new possibilities with AI's role in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