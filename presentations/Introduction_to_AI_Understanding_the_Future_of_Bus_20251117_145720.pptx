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0"/>
            <a:ext cx="8229600" cy="1371600"/>
          </a:xfrm>
          <a:prstGeom prst="rect">
            <a:avLst/>
          </a:prstGeom>
          <a:noFill/>
        </p:spPr>
        <p:txBody>
          <a:bodyPr wrap="none">
            <a:spAutoFit/>
          </a:bodyPr>
          <a:lstStyle/>
          <a:p>
            <a:pPr algn="ctr">
              <a:defRPr sz="4400" b="1">
                <a:solidFill>
                  <a:srgbClr val="003366"/>
                </a:solidFill>
              </a:defRPr>
            </a:pPr>
            <a:r>
              <a:t>Introduction to AI: Understanding the Future of Business Technology</a:t>
            </a:r>
          </a:p>
        </p:txBody>
      </p:sp>
      <p:sp>
        <p:nvSpPr>
          <p:cNvPr id="3" name="TextBox 2"/>
          <p:cNvSpPr txBox="1"/>
          <p:nvPr/>
        </p:nvSpPr>
        <p:spPr>
          <a:xfrm>
            <a:off x="914400" y="3657600"/>
            <a:ext cx="7315200" cy="914400"/>
          </a:xfrm>
          <a:prstGeom prst="rect">
            <a:avLst/>
          </a:prstGeom>
          <a:noFill/>
        </p:spPr>
        <p:txBody>
          <a:bodyPr wrap="none">
            <a:spAutoFit/>
          </a:bodyPr>
          <a:lstStyle/>
          <a:p>
            <a:pPr algn="ctr">
              <a:defRPr sz="1800">
                <a:solidFill>
                  <a:srgbClr val="6699CC"/>
                </a:solidFill>
              </a:defRPr>
            </a:pPr>
            <a:r>
              <a:t>This presentation aims to provide an overview of Artifics Intelligence (AI) including its definition, applications, significance in today's business landscape, and future prospect. It will help audiences understand how integrating AI can drive efficiency and innovation.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731520"/>
          </a:xfrm>
          <a:prstGeom prst="rect">
            <a:avLst/>
          </a:prstGeom>
          <a:noFill/>
        </p:spPr>
        <p:txBody>
          <a:bodyPr wrap="none">
            <a:spAutoFit/>
          </a:bodyPr>
          <a:lstStyle/>
          <a:p>
            <a:pPr>
              <a:defRPr sz="3200" b="1">
                <a:solidFill>
                  <a:srgbClr val="003366"/>
                </a:solidFill>
              </a:defRPr>
            </a:pPr>
            <a:r>
              <a:t>1. What is Artificial Intelligence?</a:t>
            </a:r>
          </a:p>
        </p:txBody>
      </p:sp>
      <p:sp>
        <p:nvSpPr>
          <p:cNvPr id="3" name="TextBox 2"/>
          <p:cNvSpPr txBox="1"/>
          <p:nvPr/>
        </p:nvSpPr>
        <p:spPr>
          <a:xfrm>
            <a:off x="731520" y="1645920"/>
            <a:ext cx="7772400" cy="457200"/>
          </a:xfrm>
          <a:prstGeom prst="rect">
            <a:avLst/>
          </a:prstGeom>
          <a:noFill/>
        </p:spPr>
        <p:txBody>
          <a:bodyPr wrap="none">
            <a:spAutoFit/>
          </a:bodyPr>
          <a:lstStyle/>
          <a:p>
            <a:pPr>
              <a:spcAft>
                <a:spcPts val="1200"/>
              </a:spcAft>
              <a:defRPr sz="1800">
                <a:solidFill>
                  <a:srgbClr val="333333"/>
                </a:solidFill>
              </a:defRPr>
            </a:pPr>
            <a:r>
              <a:t>• Artificial intelligence (AI) refers to the simulation of human intelligence in machines that are programmed to think like humans and replicate their actions.</a:t>
            </a:r>
          </a:p>
        </p:txBody>
      </p:sp>
      <p:sp>
        <p:nvSpPr>
          <p:cNvPr id="4" name="TextBox 3"/>
          <p:cNvSpPr txBox="1"/>
          <p:nvPr/>
        </p:nvSpPr>
        <p:spPr>
          <a:xfrm>
            <a:off x="731520" y="2194560"/>
            <a:ext cx="7772400" cy="457200"/>
          </a:xfrm>
          <a:prstGeom prst="rect">
            <a:avLst/>
          </a:prstGeom>
          <a:noFill/>
        </p:spPr>
        <p:txBody>
          <a:bodyPr wrap="none">
            <a:spAutoFit/>
          </a:bodyPr>
          <a:lstStyle/>
          <a:p>
            <a:pPr>
              <a:spcAft>
                <a:spcPts val="1200"/>
              </a:spcAft>
              <a:defRPr sz="1800">
                <a:solidFill>
                  <a:srgbClr val="333333"/>
                </a:solidFill>
              </a:defRPr>
            </a:pPr>
            <a:r>
              <a:t>• It involves several subsets including machine learning where computers learn from data without being explicitly programmed, natural language processing for understanding human speech, robotics which enables autonomous robots.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731520"/>
          </a:xfrm>
          <a:prstGeom prst="rect">
            <a:avLst/>
          </a:prstGeom>
          <a:noFill/>
        </p:spPr>
        <p:txBody>
          <a:bodyPr wrap="none">
            <a:spAutoFit/>
          </a:bodyPr>
          <a:lstStyle/>
          <a:p>
            <a:pPr>
              <a:defRPr sz="3200" b="1">
                <a:solidFill>
                  <a:srgbClr val="003366"/>
                </a:solidFill>
              </a:defRPr>
            </a:pPr>
            <a:r>
              <a:t>2. Historical Development of AI</a:t>
            </a:r>
          </a:p>
        </p:txBody>
      </p:sp>
      <p:sp>
        <p:nvSpPr>
          <p:cNvPr id="3" name="TextBox 2"/>
          <p:cNvSpPr txBox="1"/>
          <p:nvPr/>
        </p:nvSpPr>
        <p:spPr>
          <a:xfrm>
            <a:off x="731520" y="1645920"/>
            <a:ext cx="7772400" cy="457200"/>
          </a:xfrm>
          <a:prstGeom prst="rect">
            <a:avLst/>
          </a:prstGeom>
          <a:noFill/>
        </p:spPr>
        <p:txBody>
          <a:bodyPr wrap="none">
            <a:spAutoFit/>
          </a:bodyPr>
          <a:lstStyle/>
          <a:p>
            <a:pPr>
              <a:spcAft>
                <a:spcPts val="1200"/>
              </a:spcAft>
              <a:defRPr sz="1800">
                <a:solidFill>
                  <a:srgbClr val="333333"/>
                </a:solidFill>
              </a:defRPr>
            </a:pPr>
            <a:r>
              <a:t>• AI traces its origins back to the mid-20th century with early concepts like 'heroic automata' and later evolved through Alan Turing’s seminal work on computing.</a:t>
            </a:r>
          </a:p>
        </p:txBody>
      </p:sp>
      <p:sp>
        <p:nvSpPr>
          <p:cNvPr id="4" name="TextBox 3"/>
          <p:cNvSpPr txBox="1"/>
          <p:nvPr/>
        </p:nvSpPr>
        <p:spPr>
          <a:xfrm>
            <a:off x="731520" y="2194560"/>
            <a:ext cx="7772400" cy="457200"/>
          </a:xfrm>
          <a:prstGeom prst="rect">
            <a:avLst/>
          </a:prstGeom>
          <a:noFill/>
        </p:spPr>
        <p:txBody>
          <a:bodyPr wrap="none">
            <a:spAutoFit/>
          </a:bodyPr>
          <a:lstStyle/>
          <a:p>
            <a:pPr>
              <a:spcAft>
                <a:spcPts val="1200"/>
              </a:spcAft>
              <a:defRPr sz="1800">
                <a:solidFill>
                  <a:srgbClr val="333333"/>
                </a:solidFill>
              </a:defRPr>
            </a:pPr>
            <a:r>
              <a:t>• 'Artificial intelligence is a rapidly advancing field, driven by exponential growth in computational power.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731520"/>
          </a:xfrm>
          <a:prstGeom prst="rect">
            <a:avLst/>
          </a:prstGeom>
          <a:noFill/>
        </p:spPr>
        <p:txBody>
          <a:bodyPr wrap="none">
            <a:spAutoFit/>
          </a:bodyPr>
          <a:lstStyle/>
          <a:p>
            <a:pPr>
              <a:defRPr sz="3200" b="1">
                <a:solidFill>
                  <a:srgbClr val="003366"/>
                </a:solidFill>
              </a:defRPr>
            </a:pPr>
            <a:r>
              <a:t>3. The Role of AI in Today's Business World</a:t>
            </a:r>
          </a:p>
        </p:txBody>
      </p:sp>
      <p:sp>
        <p:nvSpPr>
          <p:cNvPr id="3" name="TextBox 2"/>
          <p:cNvSpPr txBox="1"/>
          <p:nvPr/>
        </p:nvSpPr>
        <p:spPr>
          <a:xfrm>
            <a:off x="731520" y="1645920"/>
            <a:ext cx="7772400" cy="457200"/>
          </a:xfrm>
          <a:prstGeom prst="rect">
            <a:avLst/>
          </a:prstGeom>
          <a:noFill/>
        </p:spPr>
        <p:txBody>
          <a:bodyPr wrap="none">
            <a:spAutoFit/>
          </a:bodyPr>
          <a:lstStyle/>
          <a:p>
            <a:pPr>
              <a:spcAft>
                <a:spcPts val="1200"/>
              </a:spcAft>
              <a:defRPr sz="1800">
                <a:solidFill>
                  <a:srgbClr val="333333"/>
                </a:solidFill>
              </a:defRPr>
            </a:pPr>
            <a:r>
              <a:t>• AI can automate mundane tasks and free up time for employees to focus on more strategic roles.</a:t>
            </a:r>
          </a:p>
        </p:txBody>
      </p:sp>
      <p:sp>
        <p:nvSpPr>
          <p:cNvPr id="4" name="TextBox 3"/>
          <p:cNvSpPr txBox="1"/>
          <p:nvPr/>
        </p:nvSpPr>
        <p:spPr>
          <a:xfrm>
            <a:off x="731520" y="2194560"/>
            <a:ext cx="7772400" cy="457200"/>
          </a:xfrm>
          <a:prstGeom prst="rect">
            <a:avLst/>
          </a:prstGeom>
          <a:noFill/>
        </p:spPr>
        <p:txBody>
          <a:bodyPr wrap="none">
            <a:spAutoFit/>
          </a:bodyPr>
          <a:lstStyle/>
          <a:p>
            <a:pPr>
              <a:spcAft>
                <a:spcPts val="1200"/>
              </a:spcAft>
              <a:defRPr sz="1800">
                <a:solidFill>
                  <a:srgbClr val="333333"/>
                </a:solidFill>
              </a:defRPr>
            </a:pPr>
            <a:r>
              <a:t>• It enhances decision-making with data analytics and predictive modelling capabilities, leading to improved efficiency and productivity.</a:t>
            </a:r>
          </a:p>
        </p:txBody>
      </p:sp>
      <p:sp>
        <p:nvSpPr>
          <p:cNvPr id="5" name="TextBox 4"/>
          <p:cNvSpPr txBox="1"/>
          <p:nvPr/>
        </p:nvSpPr>
        <p:spPr>
          <a:xfrm>
            <a:off x="731520" y="2743200"/>
            <a:ext cx="7772400" cy="457200"/>
          </a:xfrm>
          <a:prstGeom prst="rect">
            <a:avLst/>
          </a:prstGeom>
          <a:noFill/>
        </p:spPr>
        <p:txBody>
          <a:bodyPr wrap="none">
            <a:spAutoFit/>
          </a:bodyPr>
          <a:lstStyle/>
          <a:p>
            <a:pPr>
              <a:spcAft>
                <a:spcPts val="1200"/>
              </a:spcAft>
              <a:defRPr sz="1800">
                <a:solidFill>
                  <a:srgbClr val="333333"/>
                </a:solidFill>
              </a:defRPr>
            </a:pPr>
            <a:r>
              <a:t>• 'Integrating AI into business processes enables personalized customer experiences through recommendation systems.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731520"/>
          </a:xfrm>
          <a:prstGeom prst="rect">
            <a:avLst/>
          </a:prstGeom>
          <a:noFill/>
        </p:spPr>
        <p:txBody>
          <a:bodyPr wrap="none">
            <a:spAutoFit/>
          </a:bodyPr>
          <a:lstStyle/>
          <a:p>
            <a:pPr>
              <a:defRPr sz="3200" b="1">
                <a:solidFill>
                  <a:srgbClr val="003366"/>
                </a:solidFill>
              </a:defRPr>
            </a:pPr>
            <a:r>
              <a:t>4. Challenges in Implementing AI</a:t>
            </a:r>
          </a:p>
        </p:txBody>
      </p:sp>
      <p:sp>
        <p:nvSpPr>
          <p:cNvPr id="3" name="TextBox 2"/>
          <p:cNvSpPr txBox="1"/>
          <p:nvPr/>
        </p:nvSpPr>
        <p:spPr>
          <a:xfrm>
            <a:off x="731520" y="1645920"/>
            <a:ext cx="7772400" cy="457200"/>
          </a:xfrm>
          <a:prstGeom prst="rect">
            <a:avLst/>
          </a:prstGeom>
          <a:noFill/>
        </p:spPr>
        <p:txBody>
          <a:bodyPr wrap="none">
            <a:spAutoFit/>
          </a:bodyPr>
          <a:lstStyle/>
          <a:p>
            <a:pPr>
              <a:spcAft>
                <a:spcPts val="1200"/>
              </a:spcAft>
              <a:defRPr sz="1800">
                <a:solidFill>
                  <a:srgbClr val="333333"/>
                </a:solidFill>
              </a:defRPr>
            </a:pPr>
            <a:r>
              <a:t>• Implementation of AI comes with challenges such as data privacy concerns and ethical issues.</a:t>
            </a:r>
          </a:p>
        </p:txBody>
      </p:sp>
      <p:sp>
        <p:nvSpPr>
          <p:cNvPr id="4" name="TextBox 3"/>
          <p:cNvSpPr txBox="1"/>
          <p:nvPr/>
        </p:nvSpPr>
        <p:spPr>
          <a:xfrm>
            <a:off x="731520" y="2194560"/>
            <a:ext cx="7772400" cy="457200"/>
          </a:xfrm>
          <a:prstGeom prst="rect">
            <a:avLst/>
          </a:prstGeom>
          <a:noFill/>
        </p:spPr>
        <p:txBody>
          <a:bodyPr wrap="none">
            <a:spAutoFit/>
          </a:bodyPr>
          <a:lstStyle/>
          <a:p>
            <a:pPr>
              <a:spcAft>
                <a:spcPts val="1200"/>
              </a:spcAft>
              <a:defRPr sz="1800">
                <a:solidFill>
                  <a:srgbClr val="333333"/>
                </a:solidFill>
              </a:defRPr>
            </a:pPr>
            <a:r>
              <a:t>• 'Ensuring transparency about how decisions are made by algorithms is critical to address the 'black box' nature of some systems.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