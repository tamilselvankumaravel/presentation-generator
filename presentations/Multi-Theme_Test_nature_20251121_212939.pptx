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1828800"/>
          </a:xfrm>
        </p:spPr>
        <p:txBody>
          <a:bodyPr/>
          <a:lstStyle/>
          <a:p>
            <a:pPr>
              <a:defRPr sz="4400" b="1">
                <a:solidFill>
                  <a:srgbClr val="228B22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114800"/>
            <a:ext cx="7315200" cy="91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 sz="2400">
                <a:solidFill>
                  <a:srgbClr val="8B4513"/>
                </a:solidFill>
                <a:latin typeface="Arial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l">
              <a:defRPr sz="3200" b="1">
                <a:solidFill>
                  <a:srgbClr val="228B22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229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2F4F4F"/>
                </a:solidFill>
              </a:defRPr>
            </a:pPr>
            <a:r>
              <a:t>Multi-Theme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556B2F"/>
                </a:solidFill>
              </a:defRPr>
            </a:pPr>
            <a:r>
              <a:t>Testing random themes and layouts.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F4F4F"/>
                </a:solidFill>
              </a:defRPr>
            </a:pPr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2F4F4F"/>
                </a:solidFill>
              </a:defRPr>
            </a:pPr>
            <a:r>
              <a:t>This slide should have an image</a:t>
            </a:r>
          </a:p>
          <a:p>
            <a:pPr>
              <a:spcAft>
                <a:spcPts val="1000"/>
              </a:spcAft>
              <a:defRPr sz="1800">
                <a:solidFill>
                  <a:srgbClr val="2F4F4F"/>
                </a:solidFill>
              </a:defRPr>
            </a:pPr>
            <a:r>
              <a:t>Layout should be two-column</a:t>
            </a:r>
          </a:p>
          <a:p>
            <a:pPr>
              <a:spcAft>
                <a:spcPts val="1000"/>
              </a:spcAft>
              <a:defRPr sz="1800">
                <a:solidFill>
                  <a:srgbClr val="2F4F4F"/>
                </a:solidFill>
              </a:defRPr>
            </a:pPr>
            <a:r>
              <a:t>Theme colors should be consistent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F4F4F"/>
                </a:solidFill>
              </a:defRPr>
            </a:pPr>
            <a:r>
              <a:t>2. Text Only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2F4F4F"/>
                </a:solidFill>
              </a:defRPr>
            </a:pPr>
            <a:r>
              <a:t>This slide has NO image</a:t>
            </a:r>
          </a:p>
          <a:p>
            <a:pPr>
              <a:spcAft>
                <a:spcPts val="1000"/>
              </a:spcAft>
              <a:defRPr sz="1800">
                <a:solidFill>
                  <a:srgbClr val="2F4F4F"/>
                </a:solidFill>
              </a:defRPr>
            </a:pPr>
            <a:r>
              <a:t>It should use full width</a:t>
            </a:r>
          </a:p>
          <a:p>
            <a:pPr>
              <a:spcAft>
                <a:spcPts val="1000"/>
              </a:spcAft>
              <a:defRPr sz="1800">
                <a:solidFill>
                  <a:srgbClr val="2F4F4F"/>
                </a:solidFill>
              </a:defRPr>
            </a:pPr>
            <a:r>
              <a:t>Text should be readable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