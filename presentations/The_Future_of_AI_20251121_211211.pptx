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FFD70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explores the future of artificial intelligence, its potential impact on various sectors, and the ethical considerations surrounding its development and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exploration of AI's potential and impact</a:t>
            </a:r>
          </a:p>
          <a:p>
            <a:r>
              <a:t>Understanding emerging trends and technologies</a:t>
            </a:r>
          </a:p>
          <a:p>
            <a:r>
              <a:t>Navigating the ethical landscape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Emerging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Advancements in machine learning and deep learning</a:t>
            </a:r>
          </a:p>
          <a:p>
            <a:r>
              <a:t>The rise of explainable AI (XAI) for transparency</a:t>
            </a:r>
          </a:p>
          <a:p>
            <a:r>
              <a:t>AI democratization and accessibility</a:t>
            </a:r>
          </a:p>
          <a:p>
            <a:r>
              <a:t>Integration of AI with IoT and edge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AI's Impact on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Healthcare: AI-driven diagnostics and personalized medicine</a:t>
            </a:r>
          </a:p>
          <a:p>
            <a:r>
              <a:t>Finance: AI for fraud detection and algorithmic trading</a:t>
            </a:r>
          </a:p>
          <a:p>
            <a:r>
              <a:t>Automotive: Autonomous vehicles and smart transportation</a:t>
            </a:r>
          </a:p>
          <a:p>
            <a:r>
              <a:t>Manufacturing: AI-powered predictive maintenance and quality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Ethical Considerations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and fairness in AI algorithms</a:t>
            </a:r>
          </a:p>
          <a:p>
            <a:r>
              <a:t>Data privacy and security concerns</a:t>
            </a:r>
          </a:p>
          <a:p>
            <a:r>
              <a:t>Job displacement and the future of work</a:t>
            </a:r>
          </a:p>
          <a:p>
            <a:r>
              <a:t>Accountability and transparency in AI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AI's potential is vast and transformative</a:t>
            </a:r>
          </a:p>
          <a:p>
            <a:r>
              <a:t>Responsible development and deployment are crucial</a:t>
            </a:r>
          </a:p>
          <a:p>
            <a:r>
              <a:t>Collaboration between stakeholders is essential</a:t>
            </a:r>
          </a:p>
          <a:p>
            <a:r>
              <a:t>The future of AI is in our hands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