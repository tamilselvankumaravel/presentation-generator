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1828800"/>
          </a:xfrm>
        </p:spPr>
        <p:txBody>
          <a:bodyPr/>
          <a:lstStyle/>
          <a:p>
            <a:pPr>
              <a:defRPr sz="44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114800"/>
            <a:ext cx="7315200" cy="91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 sz="2400">
                <a:solidFill>
                  <a:srgbClr val="0066CC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200" b="1">
                <a:solidFill>
                  <a:srgbClr val="003366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Multi-Theme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505050"/>
                </a:solidFill>
              </a:defRPr>
            </a:pPr>
            <a:r>
              <a:t>Testing random themes and layouts.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4572000" cy="0"/>
          </a:xfrm>
        </p:spPr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slide should have an image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Layout should be two-column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Theme colors should be consistent</a:t>
            </a:r>
          </a:p>
        </p:txBody>
      </p:sp>
      <p:pic>
        <p:nvPicPr>
          <p:cNvPr id="4" name="Picture 3" descr="colorful_abstract_ar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657600" cy="292625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2. Text Only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This slide has NO image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It should use full width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Text should be readable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