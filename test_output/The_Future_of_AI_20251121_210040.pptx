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10800000">
            <a:off x="7315200" y="-914400"/>
            <a:ext cx="5486400" cy="8686800"/>
          </a:xfrm>
          <a:prstGeom prst="triangl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Arial"/>
              </a:defRPr>
            </a:pPr>
            <a:r>
              <a:t>The Future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BD5E1"/>
                </a:solidFill>
                <a:latin typeface="Arial"/>
              </a:defRPr>
            </a:pPr>
            <a:r>
              <a:t>A visual exploration of Artificial Intelligence trends.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8BDF8"/>
                </a:solidFill>
              </a:defRPr>
            </a:pPr>
            <a:r>
              <a:t>The Future of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Key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47472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Multimodal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47472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Autonomous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828800"/>
            <a:ext cx="347472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Scientific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iveairobotpai_54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4864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Creating new content from scratch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Images, Text, Audio, Video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Transforming creative industries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ethicsscales_3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Ethical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Bias and Fairness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Copyright Issues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Job Displacement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8BDF8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