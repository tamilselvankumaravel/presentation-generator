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80008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FF1493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80008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