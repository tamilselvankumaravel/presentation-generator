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>
              <a:defRPr sz="4400" b="1">
                <a:solidFill>
                  <a:srgbClr val="228B22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114800"/>
            <a:ext cx="73152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400">
                <a:solidFill>
                  <a:srgbClr val="8B4513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228B22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