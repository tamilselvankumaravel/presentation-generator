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286000"/>
            <a:ext cx="7315200" cy="1828800"/>
          </a:xfrm>
        </p:spPr>
        <p:txBody>
          <a:bodyPr/>
          <a:lstStyle/>
          <a:p>
            <a:pPr>
              <a:defRPr sz="4400" b="1">
                <a:solidFill>
                  <a:srgbClr val="FFFFFF"/>
                </a:solidFill>
                <a:latin typeface="Arial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4114800"/>
            <a:ext cx="7315200" cy="914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 sz="2400">
                <a:solidFill>
                  <a:srgbClr val="C8C8C8"/>
                </a:solidFill>
                <a:latin typeface="Arial"/>
              </a:defRPr>
            </a:pPr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914400"/>
          </a:xfrm>
        </p:spPr>
        <p:txBody>
          <a:bodyPr/>
          <a:lstStyle/>
          <a:p>
            <a:pPr algn="l">
              <a:defRPr sz="3200" b="1">
                <a:solidFill>
                  <a:srgbClr val="FFD700"/>
                </a:solidFill>
                <a:latin typeface="Arial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229600" cy="4572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